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a74cf78c1a4820" /><Relationship Type="http://schemas.openxmlformats.org/officeDocument/2006/relationships/extended-properties" Target="/docProps/app.xml" Id="R0060533c061f47c9" /><Relationship Type="http://schemas.openxmlformats.org/officeDocument/2006/relationships/officeDocument" Target="/ppt/presentation.xml" Id="R87c96c4cc39340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ee86e8b2604941"/>
  </p:sldMasterIdLst>
  <p:notesMasterIdLst>
    <p:notesMasterId xmlns:r="http://schemas.openxmlformats.org/officeDocument/2006/relationships" r:id="R2275564d57f441a4"/>
  </p:notesMasterIdLst>
  <p:sldIdLst>
    <p:sldId xmlns:r="http://schemas.openxmlformats.org/officeDocument/2006/relationships" id="256" r:id="Rffc4303ad4f241d4"/>
    <p:sldId xmlns:r="http://schemas.openxmlformats.org/officeDocument/2006/relationships" id="257" r:id="R0f9d18e9545d416d"/>
    <p:sldId xmlns:r="http://schemas.openxmlformats.org/officeDocument/2006/relationships" id="258" r:id="R6324d509a0674bdb"/>
    <p:sldId xmlns:r="http://schemas.openxmlformats.org/officeDocument/2006/relationships" id="259" r:id="R9550a4ec0a7d4103"/>
    <p:sldId xmlns:r="http://schemas.openxmlformats.org/officeDocument/2006/relationships" id="260" r:id="R04cabfe51ce2495d"/>
    <p:sldId xmlns:r="http://schemas.openxmlformats.org/officeDocument/2006/relationships" id="261" r:id="R8159efa4e449444e"/>
    <p:sldId xmlns:r="http://schemas.openxmlformats.org/officeDocument/2006/relationships" id="262" r:id="R4ce55258f48944d0"/>
    <p:sldId xmlns:r="http://schemas.openxmlformats.org/officeDocument/2006/relationships" id="263" r:id="R63207bd2b4ee498b"/>
    <p:sldId xmlns:r="http://schemas.openxmlformats.org/officeDocument/2006/relationships" id="264" r:id="R33bebc9431004f86"/>
    <p:sldId xmlns:r="http://schemas.openxmlformats.org/officeDocument/2006/relationships" id="265" r:id="R85209037179a4254"/>
    <p:sldId xmlns:r="http://schemas.openxmlformats.org/officeDocument/2006/relationships" id="266" r:id="R4785b3a0d2e14f9f"/>
    <p:sldId xmlns:r="http://schemas.openxmlformats.org/officeDocument/2006/relationships" id="267" r:id="R4a7144fc9fa74a2c"/>
    <p:sldId xmlns:r="http://schemas.openxmlformats.org/officeDocument/2006/relationships" id="268" r:id="R948648e417374a17"/>
    <p:sldId xmlns:r="http://schemas.openxmlformats.org/officeDocument/2006/relationships" id="269" r:id="R84b09a3332cc4847"/>
    <p:sldId xmlns:r="http://schemas.openxmlformats.org/officeDocument/2006/relationships" id="270" r:id="Rcc898ed75ed649c8"/>
    <p:sldId xmlns:r="http://schemas.openxmlformats.org/officeDocument/2006/relationships" id="271" r:id="Re8de53cd30b44a2f"/>
    <p:sldId xmlns:r="http://schemas.openxmlformats.org/officeDocument/2006/relationships" id="272" r:id="Rfa9ba6d4886e4ac1"/>
    <p:sldId xmlns:r="http://schemas.openxmlformats.org/officeDocument/2006/relationships" id="273" r:id="R244b8db7b9f14baa"/>
    <p:sldId xmlns:r="http://schemas.openxmlformats.org/officeDocument/2006/relationships" id="274" r:id="R25ac8fdfd095494d"/>
    <p:sldId xmlns:r="http://schemas.openxmlformats.org/officeDocument/2006/relationships" id="275" r:id="R1fb352125a4c447b"/>
    <p:sldId xmlns:r="http://schemas.openxmlformats.org/officeDocument/2006/relationships" id="276" r:id="Re49bc0ab4f9a4feb"/>
    <p:sldId xmlns:r="http://schemas.openxmlformats.org/officeDocument/2006/relationships" id="277" r:id="Rc26489b50c4d4b33"/>
    <p:sldId xmlns:r="http://schemas.openxmlformats.org/officeDocument/2006/relationships" id="278" r:id="R1a9fd6ebde674e02"/>
    <p:sldId xmlns:r="http://schemas.openxmlformats.org/officeDocument/2006/relationships" id="279" r:id="Rafc1e39c5e8043fe"/>
    <p:sldId xmlns:r="http://schemas.openxmlformats.org/officeDocument/2006/relationships" id="280" r:id="Re46f0c33c26f40de"/>
    <p:sldId xmlns:r="http://schemas.openxmlformats.org/officeDocument/2006/relationships" id="281" r:id="R1a1d7687466f4a3b"/>
    <p:sldId xmlns:r="http://schemas.openxmlformats.org/officeDocument/2006/relationships" id="282" r:id="Rc41dbb6c9f284b52"/>
    <p:sldId xmlns:r="http://schemas.openxmlformats.org/officeDocument/2006/relationships" id="283" r:id="R31cb3ac2d799483f"/>
    <p:sldId xmlns:r="http://schemas.openxmlformats.org/officeDocument/2006/relationships" id="284" r:id="R5dab6b31a0d04d1f"/>
    <p:sldId xmlns:r="http://schemas.openxmlformats.org/officeDocument/2006/relationships" id="285" r:id="R24ef6e0aa8424629"/>
    <p:sldId xmlns:r="http://schemas.openxmlformats.org/officeDocument/2006/relationships" id="286" r:id="R12427be646cf4a7d"/>
    <p:sldId xmlns:r="http://schemas.openxmlformats.org/officeDocument/2006/relationships" id="287" r:id="R2ee7660af5c24f56"/>
    <p:sldId xmlns:r="http://schemas.openxmlformats.org/officeDocument/2006/relationships" id="288" r:id="R9437019287894256"/>
    <p:sldId xmlns:r="http://schemas.openxmlformats.org/officeDocument/2006/relationships" id="289" r:id="Ra8d3ce731d2a4166"/>
    <p:sldId xmlns:r="http://schemas.openxmlformats.org/officeDocument/2006/relationships" id="290" r:id="R2e554dcfc9574c40"/>
    <p:sldId xmlns:r="http://schemas.openxmlformats.org/officeDocument/2006/relationships" id="291" r:id="Rf511ffd67dd14c5e"/>
    <p:sldId xmlns:r="http://schemas.openxmlformats.org/officeDocument/2006/relationships" id="292" r:id="R6bfa78c29f044611"/>
    <p:sldId xmlns:r="http://schemas.openxmlformats.org/officeDocument/2006/relationships" id="293" r:id="Rd2ee5ca1e0b84251"/>
    <p:sldId xmlns:r="http://schemas.openxmlformats.org/officeDocument/2006/relationships" id="294" r:id="R28da8c041ce943f2"/>
    <p:sldId xmlns:r="http://schemas.openxmlformats.org/officeDocument/2006/relationships" id="295" r:id="R1ea505d66a9b427c"/>
    <p:sldId xmlns:r="http://schemas.openxmlformats.org/officeDocument/2006/relationships" id="296" r:id="R5212a6ab901841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f10738f597439e" /><Relationship Type="http://schemas.openxmlformats.org/officeDocument/2006/relationships/slideMaster" Target="/ppt/slideMasters/slideMaster1.xml" Id="R68ee86e8b2604941" /><Relationship Type="http://schemas.openxmlformats.org/officeDocument/2006/relationships/notesMaster" Target="/ppt/notesMasters/notesMaster1.xml" Id="R2275564d57f441a4" /><Relationship Type="http://schemas.openxmlformats.org/officeDocument/2006/relationships/presProps" Target="/ppt/presProps.xml" Id="Rba6d5f75158e4579" /><Relationship Type="http://schemas.openxmlformats.org/officeDocument/2006/relationships/tableStyles" Target="/ppt/tableStyles.xml" Id="Rcbc5d37e4ce9430b" /><Relationship Type="http://schemas.openxmlformats.org/officeDocument/2006/relationships/slide" Target="/ppt/slides/slide1.xml" Id="Rffc4303ad4f241d4" /><Relationship Type="http://schemas.openxmlformats.org/officeDocument/2006/relationships/slide" Target="/ppt/slides/slide2.xml" Id="R0f9d18e9545d416d" /><Relationship Type="http://schemas.openxmlformats.org/officeDocument/2006/relationships/slide" Target="/ppt/slides/slide3.xml" Id="R6324d509a0674bdb" /><Relationship Type="http://schemas.openxmlformats.org/officeDocument/2006/relationships/slide" Target="/ppt/slides/slide4.xml" Id="R9550a4ec0a7d4103" /><Relationship Type="http://schemas.openxmlformats.org/officeDocument/2006/relationships/slide" Target="/ppt/slides/slide5.xml" Id="R04cabfe51ce2495d" /><Relationship Type="http://schemas.openxmlformats.org/officeDocument/2006/relationships/slide" Target="/ppt/slides/slide6.xml" Id="R8159efa4e449444e" /><Relationship Type="http://schemas.openxmlformats.org/officeDocument/2006/relationships/slide" Target="/ppt/slides/slide7.xml" Id="R4ce55258f48944d0" /><Relationship Type="http://schemas.openxmlformats.org/officeDocument/2006/relationships/slide" Target="/ppt/slides/slide8.xml" Id="R63207bd2b4ee498b" /><Relationship Type="http://schemas.openxmlformats.org/officeDocument/2006/relationships/slide" Target="/ppt/slides/slide9.xml" Id="R33bebc9431004f86" /><Relationship Type="http://schemas.openxmlformats.org/officeDocument/2006/relationships/slide" Target="/ppt/slides/slide10.xml" Id="R85209037179a4254" /><Relationship Type="http://schemas.openxmlformats.org/officeDocument/2006/relationships/slide" Target="/ppt/slides/slide11.xml" Id="R4785b3a0d2e14f9f" /><Relationship Type="http://schemas.openxmlformats.org/officeDocument/2006/relationships/slide" Target="/ppt/slides/slide12.xml" Id="R4a7144fc9fa74a2c" /><Relationship Type="http://schemas.openxmlformats.org/officeDocument/2006/relationships/slide" Target="/ppt/slides/slide13.xml" Id="R948648e417374a17" /><Relationship Type="http://schemas.openxmlformats.org/officeDocument/2006/relationships/slide" Target="/ppt/slides/slide14.xml" Id="R84b09a3332cc4847" /><Relationship Type="http://schemas.openxmlformats.org/officeDocument/2006/relationships/slide" Target="/ppt/slides/slide15.xml" Id="Rcc898ed75ed649c8" /><Relationship Type="http://schemas.openxmlformats.org/officeDocument/2006/relationships/slide" Target="/ppt/slides/slide16.xml" Id="Re8de53cd30b44a2f" /><Relationship Type="http://schemas.openxmlformats.org/officeDocument/2006/relationships/slide" Target="/ppt/slides/slide17.xml" Id="Rfa9ba6d4886e4ac1" /><Relationship Type="http://schemas.openxmlformats.org/officeDocument/2006/relationships/slide" Target="/ppt/slides/slide18.xml" Id="R244b8db7b9f14baa" /><Relationship Type="http://schemas.openxmlformats.org/officeDocument/2006/relationships/slide" Target="/ppt/slides/slide19.xml" Id="R25ac8fdfd095494d" /><Relationship Type="http://schemas.openxmlformats.org/officeDocument/2006/relationships/slide" Target="/ppt/slides/slide20.xml" Id="R1fb352125a4c447b" /><Relationship Type="http://schemas.openxmlformats.org/officeDocument/2006/relationships/slide" Target="/ppt/slides/slide21.xml" Id="Re49bc0ab4f9a4feb" /><Relationship Type="http://schemas.openxmlformats.org/officeDocument/2006/relationships/slide" Target="/ppt/slides/slide22.xml" Id="Rc26489b50c4d4b33" /><Relationship Type="http://schemas.openxmlformats.org/officeDocument/2006/relationships/slide" Target="/ppt/slides/slide23.xml" Id="R1a9fd6ebde674e02" /><Relationship Type="http://schemas.openxmlformats.org/officeDocument/2006/relationships/slide" Target="/ppt/slides/slide24.xml" Id="Rafc1e39c5e8043fe" /><Relationship Type="http://schemas.openxmlformats.org/officeDocument/2006/relationships/slide" Target="/ppt/slides/slide25.xml" Id="Re46f0c33c26f40de" /><Relationship Type="http://schemas.openxmlformats.org/officeDocument/2006/relationships/slide" Target="/ppt/slides/slide26.xml" Id="R1a1d7687466f4a3b" /><Relationship Type="http://schemas.openxmlformats.org/officeDocument/2006/relationships/slide" Target="/ppt/slides/slide27.xml" Id="Rc41dbb6c9f284b52" /><Relationship Type="http://schemas.openxmlformats.org/officeDocument/2006/relationships/slide" Target="/ppt/slides/slide28.xml" Id="R31cb3ac2d799483f" /><Relationship Type="http://schemas.openxmlformats.org/officeDocument/2006/relationships/slide" Target="/ppt/slides/slide29.xml" Id="R5dab6b31a0d04d1f" /><Relationship Type="http://schemas.openxmlformats.org/officeDocument/2006/relationships/slide" Target="/ppt/slides/slide30.xml" Id="R24ef6e0aa8424629" /><Relationship Type="http://schemas.openxmlformats.org/officeDocument/2006/relationships/slide" Target="/ppt/slides/slide31.xml" Id="R12427be646cf4a7d" /><Relationship Type="http://schemas.openxmlformats.org/officeDocument/2006/relationships/slide" Target="/ppt/slides/slide32.xml" Id="R2ee7660af5c24f56" /><Relationship Type="http://schemas.openxmlformats.org/officeDocument/2006/relationships/slide" Target="/ppt/slides/slide33.xml" Id="R9437019287894256" /><Relationship Type="http://schemas.openxmlformats.org/officeDocument/2006/relationships/slide" Target="/ppt/slides/slide34.xml" Id="Ra8d3ce731d2a4166" /><Relationship Type="http://schemas.openxmlformats.org/officeDocument/2006/relationships/slide" Target="/ppt/slides/slide35.xml" Id="R2e554dcfc9574c40" /><Relationship Type="http://schemas.openxmlformats.org/officeDocument/2006/relationships/slide" Target="/ppt/slides/slide36.xml" Id="Rf511ffd67dd14c5e" /><Relationship Type="http://schemas.openxmlformats.org/officeDocument/2006/relationships/slide" Target="/ppt/slides/slide37.xml" Id="R6bfa78c29f044611" /><Relationship Type="http://schemas.openxmlformats.org/officeDocument/2006/relationships/slide" Target="/ppt/slides/slide38.xml" Id="Rd2ee5ca1e0b84251" /><Relationship Type="http://schemas.openxmlformats.org/officeDocument/2006/relationships/slide" Target="/ppt/slides/slide39.xml" Id="R28da8c041ce943f2" /><Relationship Type="http://schemas.openxmlformats.org/officeDocument/2006/relationships/slide" Target="/ppt/slides/slide40.xml" Id="R1ea505d66a9b427c" /><Relationship Type="http://schemas.openxmlformats.org/officeDocument/2006/relationships/slide" Target="/ppt/slides/slide41.xml" Id="R5212a6ab901841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100cf5d0d940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"/>
        <a:ea typeface=""/>
        <a:cs typeface=""/>
      </a:majorFont>
      <a:minorFont>
        <a:latin typeface="Hiragin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ab1d02d5a544ef" /><Relationship Type="http://schemas.openxmlformats.org/officeDocument/2006/relationships/notesMaster" Target="/ppt/notesMasters/notesMaster1.xml" Id="R8d80abe658b84b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060c6c3ead4c4a" /><Relationship Type="http://schemas.openxmlformats.org/officeDocument/2006/relationships/notesMaster" Target="/ppt/notesMasters/notesMaster1.xml" Id="R12eecb5c8e5b42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076ae548d04d41" /><Relationship Type="http://schemas.openxmlformats.org/officeDocument/2006/relationships/notesMaster" Target="/ppt/notesMasters/notesMaster1.xml" Id="Rab38416fc94a4c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7c1902e6014cfc" /><Relationship Type="http://schemas.openxmlformats.org/officeDocument/2006/relationships/notesMaster" Target="/ppt/notesMasters/notesMaster1.xml" Id="R853b34da630548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23386b41ab414b" /><Relationship Type="http://schemas.openxmlformats.org/officeDocument/2006/relationships/notesMaster" Target="/ppt/notesMasters/notesMaster1.xml" Id="R25e2671bad134f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63ca7cfc1415e" /><Relationship Type="http://schemas.openxmlformats.org/officeDocument/2006/relationships/notesMaster" Target="/ppt/notesMasters/notesMaster1.xml" Id="R9b019396d50043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3a8425c4c94fd0" /><Relationship Type="http://schemas.openxmlformats.org/officeDocument/2006/relationships/notesMaster" Target="/ppt/notesMasters/notesMaster1.xml" Id="Re9a2530082ac4b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3d76aac278496e" /><Relationship Type="http://schemas.openxmlformats.org/officeDocument/2006/relationships/notesMaster" Target="/ppt/notesMasters/notesMaster1.xml" Id="Rebda3432a1814b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ac4f0e990d47a8" /><Relationship Type="http://schemas.openxmlformats.org/officeDocument/2006/relationships/notesMaster" Target="/ppt/notesMasters/notesMaster1.xml" Id="Ra8dd17c011d643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dac3c7e4524ff0" /><Relationship Type="http://schemas.openxmlformats.org/officeDocument/2006/relationships/notesMaster" Target="/ppt/notesMasters/notesMaster1.xml" Id="R7dd8e48264a546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9ac38dbc694f34" /><Relationship Type="http://schemas.openxmlformats.org/officeDocument/2006/relationships/notesMaster" Target="/ppt/notesMasters/notesMaster1.xml" Id="R46516ef81afa4c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4803cdf0db4bfc" /><Relationship Type="http://schemas.openxmlformats.org/officeDocument/2006/relationships/notesMaster" Target="/ppt/notesMasters/notesMaster1.xml" Id="R8310388d3a094c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beaa96a90a4ef9" /><Relationship Type="http://schemas.openxmlformats.org/officeDocument/2006/relationships/notesMaster" Target="/ppt/notesMasters/notesMaster1.xml" Id="R761249a5841044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0f9d95f54c4953" /><Relationship Type="http://schemas.openxmlformats.org/officeDocument/2006/relationships/notesMaster" Target="/ppt/notesMasters/notesMaster1.xml" Id="R2b31f4370ae840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36c5914e2e4198" /><Relationship Type="http://schemas.openxmlformats.org/officeDocument/2006/relationships/notesMaster" Target="/ppt/notesMasters/notesMaster1.xml" Id="R48de3aa034a243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cd9a6f447214811" /><Relationship Type="http://schemas.openxmlformats.org/officeDocument/2006/relationships/notesMaster" Target="/ppt/notesMasters/notesMaster1.xml" Id="R9f18f9f605084c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ce94d264ed4448" /><Relationship Type="http://schemas.openxmlformats.org/officeDocument/2006/relationships/notesMaster" Target="/ppt/notesMasters/notesMaster1.xml" Id="R1ec96a221c4446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f9b63cbe304c22" /><Relationship Type="http://schemas.openxmlformats.org/officeDocument/2006/relationships/notesMaster" Target="/ppt/notesMasters/notesMaster1.xml" Id="Rdd5d95ab82c8456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b881b14ada42c0" /><Relationship Type="http://schemas.openxmlformats.org/officeDocument/2006/relationships/notesMaster" Target="/ppt/notesMasters/notesMaster1.xml" Id="R87aad463f91d4a6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10c4f62db14a59" /><Relationship Type="http://schemas.openxmlformats.org/officeDocument/2006/relationships/notesMaster" Target="/ppt/notesMasters/notesMaster1.xml" Id="Ree49a0e778614e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8196dc397364ae4" /><Relationship Type="http://schemas.openxmlformats.org/officeDocument/2006/relationships/notesMaster" Target="/ppt/notesMasters/notesMaster1.xml" Id="R5fd0df2d8bb54f7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492646807044ec8" /><Relationship Type="http://schemas.openxmlformats.org/officeDocument/2006/relationships/notesMaster" Target="/ppt/notesMasters/notesMaster1.xml" Id="R928f91a9dbd349b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5a225b13ad44d18" /><Relationship Type="http://schemas.openxmlformats.org/officeDocument/2006/relationships/notesMaster" Target="/ppt/notesMasters/notesMaster1.xml" Id="R3dba15a0502d410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ce32771be64993" /><Relationship Type="http://schemas.openxmlformats.org/officeDocument/2006/relationships/notesMaster" Target="/ppt/notesMasters/notesMaster1.xml" Id="R0d0a5a6fdec949c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c73cc2d7b6b486c" /><Relationship Type="http://schemas.openxmlformats.org/officeDocument/2006/relationships/notesMaster" Target="/ppt/notesMasters/notesMaster1.xml" Id="R002f4552cbe3482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031b4e3d03a4642" /><Relationship Type="http://schemas.openxmlformats.org/officeDocument/2006/relationships/notesMaster" Target="/ppt/notesMasters/notesMaster1.xml" Id="Ra75f658aa86546c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0c97c9e0f3d4a90" /><Relationship Type="http://schemas.openxmlformats.org/officeDocument/2006/relationships/notesMaster" Target="/ppt/notesMasters/notesMaster1.xml" Id="Ra651177baa434e5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31219fd233f4550" /><Relationship Type="http://schemas.openxmlformats.org/officeDocument/2006/relationships/notesMaster" Target="/ppt/notesMasters/notesMaster1.xml" Id="Ra94501c336ac4d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da0a3e9e2584c91" /><Relationship Type="http://schemas.openxmlformats.org/officeDocument/2006/relationships/notesMaster" Target="/ppt/notesMasters/notesMaster1.xml" Id="R6a0d3bdf10e446d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dd8124e80d4e02" /><Relationship Type="http://schemas.openxmlformats.org/officeDocument/2006/relationships/notesMaster" Target="/ppt/notesMasters/notesMaster1.xml" Id="Ra163a8b6513848c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43a82ee8fbd4bc9" /><Relationship Type="http://schemas.openxmlformats.org/officeDocument/2006/relationships/notesMaster" Target="/ppt/notesMasters/notesMaster1.xml" Id="Rc95abc3ad2f84f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e7e4c511fee4550" /><Relationship Type="http://schemas.openxmlformats.org/officeDocument/2006/relationships/notesMaster" Target="/ppt/notesMasters/notesMaster1.xml" Id="R791ac22885f2407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d3b3c0f6d3d4e15" /><Relationship Type="http://schemas.openxmlformats.org/officeDocument/2006/relationships/notesMaster" Target="/ppt/notesMasters/notesMaster1.xml" Id="Rc3dc0f77d31b4ad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1efdffa104f4614" /><Relationship Type="http://schemas.openxmlformats.org/officeDocument/2006/relationships/notesMaster" Target="/ppt/notesMasters/notesMaster1.xml" Id="Rdcad0e3dd8094d3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3f3ebb2d13942ec" /><Relationship Type="http://schemas.openxmlformats.org/officeDocument/2006/relationships/notesMaster" Target="/ppt/notesMasters/notesMaster1.xml" Id="R8ae365ece6304bb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75c22b92749425c" /><Relationship Type="http://schemas.openxmlformats.org/officeDocument/2006/relationships/notesMaster" Target="/ppt/notesMasters/notesMaster1.xml" Id="R38534a6052ef46b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21d0bf7fd44429e" /><Relationship Type="http://schemas.openxmlformats.org/officeDocument/2006/relationships/notesMaster" Target="/ppt/notesMasters/notesMaster1.xml" Id="R825da9fa54894e4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1470bf3d8ee400d" /><Relationship Type="http://schemas.openxmlformats.org/officeDocument/2006/relationships/notesMaster" Target="/ppt/notesMasters/notesMaster1.xml" Id="R3e79def51dcc428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be1cea724e64d3d" /><Relationship Type="http://schemas.openxmlformats.org/officeDocument/2006/relationships/notesMaster" Target="/ppt/notesMasters/notesMaster1.xml" Id="R1846cde1ab23471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4268ca7554544b6" /><Relationship Type="http://schemas.openxmlformats.org/officeDocument/2006/relationships/notesMaster" Target="/ppt/notesMasters/notesMaster1.xml" Id="R755e53d27e5e4dd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d575454e2fa4e9d" /><Relationship Type="http://schemas.openxmlformats.org/officeDocument/2006/relationships/notesMaster" Target="/ppt/notesMasters/notesMaster1.xml" Id="Re61d3b307cc641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台本の第3段落。左側の文章を読み上げてください。改行は読みやすさのための区切りです。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台本の第4段落。左側の文章を読み上げてください。改行は読みやすさのための区切りです。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台本の第5段落。左側の文章を読み上げてください。改行は読みやすさのための区切りです。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台本の第5段落。左側の文章を読み上げてください。改行は読みやすさのための区切りです。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台本の第7段落。左側の文章を読み上げてください。改行は読みやすさのための区切りです。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台本の第7段落。左側の文章を読み上げてください。改行は読みやすさのための区切りです。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台本の第8段落。左側の文章を読み上げてください。改行は読みやすさのための区切りです。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台本の第9段落。左側の文章を読み上げてください。改行は読みやすさのための区切りです。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台本の第9段落。左側の文章を読み上げてください。改行は読みやすさのための区切りです。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台本の第10段落。左側の文章を読み上げてください。改行は読みやすさのための区切りです。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台本の第10段落。左側の文章を読み上げてください。改行は読みやすさのための区切りです。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台本の第12段落。左側の文章を読み上げてください。改行は読みやすさのための区切りです。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台本の第13段落。左側の文章を読み上げてください。改行は読みやすさのための区切りです。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台本の第13段落。左側の文章を読み上げてください。改行は読みやすさのための区切りです。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台本の第14段落。左側の文章を読み上げてください。改行は読みやすさのための区切りです。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台本の第14段落。左側の文章を読み上げてください。改行は読みやすさのための区切りです。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台本の第15段落。左側の文章を読み上げてください。改行は読みやすさのための区切りです。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台本の第15段落。左側の文章を読み上げてください。改行は読みやすさのための区切りです。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台本の第16段落。左側の文章を読み上げてください。改行は読みやすさのための区切りです。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台本の第17段落。左側の文章を読み上げてください。改行は読みやすさのための区切りです。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台本の第17段落。左側の文章を読み上げてください。改行は読みやすさのための区切りです。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台本の第18段落。左側の文章を読み上げてください。改行は読みやすさのための区切りです。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台本の第18段落。左側の文章を読み上げてください。改行は読みやすさのための区切りです。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台本の第18段落。左側の文章を読み上げてください。改行は読みやすさのための区切りです。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台本の第19段落。左側の文章を読み上げてください。改行は読みやすさのための区切りです。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台本の第19段落。左側の文章を読み上げてください。改行は読みやすさのための区切りです。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台本の第20段落。左側の文章を読み上げてください。改行は読みやすさのための区切りです。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台本の第20段落。左側の文章を読み上げてください。改行は読みやすさのための区切りです。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台本の第21段落。左側の文章を読み上げてください。改行は読みやすさのための区切りです。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71ccf49b147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3f558a60141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0dad65fe64e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ac161855d41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754a46f1242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52705a5f3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389E93-71BD-4E37-BC41-44C7C8139D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06B4F54-4185-4F1B-8618-A35E360101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F12381-C83E-4B8B-8F86-48D57F76B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E80C9C-8BB9-4CF4-BA14-8FEC746A8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A35ADF-D29D-4D84-9861-F0C04AC43F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64B6808-EB28-474C-85B3-2F31E12D29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C7B58F-2528-493C-98A0-BBF7294463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0A7DE83-9BF1-4AF8-AB3E-5B90C79B00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C5AF4C-5DA8-4D07-83BD-F5801F4F9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3CC8FE-1A5F-496C-BF5B-4AEDC00F26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c64337857a43bc" /><Relationship Type="http://schemas.openxmlformats.org/officeDocument/2006/relationships/slideLayout" Target="/ppt/slideLayouts/slideLayout1.xml" Id="Ra613e6df3f3c4135" /><Relationship Type="http://schemas.openxmlformats.org/officeDocument/2006/relationships/slideLayout" Target="/ppt/slideLayouts/slideLayout2.xml" Id="R1ff37464572a44c2" /><Relationship Type="http://schemas.openxmlformats.org/officeDocument/2006/relationships/slideLayout" Target="/ppt/slideLayouts/slideLayout3.xml" Id="Rcc93fdbbc2824cd8" /><Relationship Type="http://schemas.openxmlformats.org/officeDocument/2006/relationships/slideLayout" Target="/ppt/slideLayouts/slideLayout4.xml" Id="R254efb58ca5143ae" /><Relationship Type="http://schemas.openxmlformats.org/officeDocument/2006/relationships/slideLayout" Target="/ppt/slideLayouts/slideLayout5.xml" Id="R6b1448f5e5cc496f" /><Relationship Type="http://schemas.openxmlformats.org/officeDocument/2006/relationships/slideLayout" Target="/ppt/slideLayouts/slideLayout6.xml" Id="Rae7c91ba7b634c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13e6df3f3c4135"/>
    <p:sldLayoutId xmlns:r="http://schemas.openxmlformats.org/officeDocument/2006/relationships" id="2147483650" r:id="R1ff37464572a44c2"/>
    <p:sldLayoutId xmlns:r="http://schemas.openxmlformats.org/officeDocument/2006/relationships" id="2147483651" r:id="Rcc93fdbbc2824cd8"/>
    <p:sldLayoutId xmlns:r="http://schemas.openxmlformats.org/officeDocument/2006/relationships" id="2147483652" r:id="R254efb58ca5143ae"/>
    <p:sldLayoutId xmlns:r="http://schemas.openxmlformats.org/officeDocument/2006/relationships" id="2147483653" r:id="R6b1448f5e5cc496f"/>
    <p:sldLayoutId xmlns:r="http://schemas.openxmlformats.org/officeDocument/2006/relationships" id="2147483654" r:id="Rae7c91ba7b634c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"/>
        <a:ea typeface=""/>
        <a:cs typeface=""/>
      </a:majorFont>
      <a:minorFont>
        <a:latin typeface="Hiragin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90632ae204a97" /><Relationship Type="http://schemas.openxmlformats.org/officeDocument/2006/relationships/image" Target="/ppt/media/image.jpeg" Id="R9a558f87021b4f9f" /><Relationship Type="http://schemas.openxmlformats.org/officeDocument/2006/relationships/notesSlide" Target="/ppt/notesSlides/notesSlide1.xml" Id="Re95cca540a8441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992952eb784bcb" /><Relationship Type="http://schemas.openxmlformats.org/officeDocument/2006/relationships/image" Target="/ppt/media/image2.jpeg" Id="Rd068a9de43c8430b" /><Relationship Type="http://schemas.openxmlformats.org/officeDocument/2006/relationships/notesSlide" Target="/ppt/notesSlides/notesSlide2.xml" Id="R0858587bef1d43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142ba6a884006" /><Relationship Type="http://schemas.openxmlformats.org/officeDocument/2006/relationships/image" Target="/ppt/media/image3.jpeg" Id="Ra1c8c838c40b4c05" /><Relationship Type="http://schemas.openxmlformats.org/officeDocument/2006/relationships/notesSlide" Target="/ppt/notesSlides/notesSlide3.xml" Id="Ra88e8039d166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1c59d1cea14812" /><Relationship Type="http://schemas.openxmlformats.org/officeDocument/2006/relationships/image" Target="/ppt/media/image4.jpeg" Id="Rb561981cd0f04357" /><Relationship Type="http://schemas.openxmlformats.org/officeDocument/2006/relationships/notesSlide" Target="/ppt/notesSlides/notesSlide4.xml" Id="R9f3f52de5d68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592e8305649cf" /><Relationship Type="http://schemas.openxmlformats.org/officeDocument/2006/relationships/image" Target="/ppt/media/image5.jpeg" Id="Rb27cb1930da74acc" /><Relationship Type="http://schemas.openxmlformats.org/officeDocument/2006/relationships/notesSlide" Target="/ppt/notesSlides/notesSlide5.xml" Id="Raf199d43863847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4bd31074694bb3" /><Relationship Type="http://schemas.openxmlformats.org/officeDocument/2006/relationships/image" Target="/ppt/media/image6.jpeg" Id="Rda5d8254bbee4c95" /><Relationship Type="http://schemas.openxmlformats.org/officeDocument/2006/relationships/notesSlide" Target="/ppt/notesSlides/notesSlide6.xml" Id="R1f2fa9878c6248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430e103234334" /><Relationship Type="http://schemas.openxmlformats.org/officeDocument/2006/relationships/image" Target="/ppt/media/image7.jpeg" Id="R5b9ae8f3da834b10" /><Relationship Type="http://schemas.openxmlformats.org/officeDocument/2006/relationships/notesSlide" Target="/ppt/notesSlides/notesSlide7.xml" Id="Rf47f4da2c11a4b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47b1989dc43cc" /><Relationship Type="http://schemas.openxmlformats.org/officeDocument/2006/relationships/image" Target="/ppt/media/image8.jpeg" Id="Rc47477a2884b402a" /><Relationship Type="http://schemas.openxmlformats.org/officeDocument/2006/relationships/notesSlide" Target="/ppt/notesSlides/notesSlide8.xml" Id="R33f0b670a6fb47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f8968668e74446" /><Relationship Type="http://schemas.openxmlformats.org/officeDocument/2006/relationships/image" Target="/ppt/media/image9.jpeg" Id="Rc67bf6af0d0a425a" /><Relationship Type="http://schemas.openxmlformats.org/officeDocument/2006/relationships/notesSlide" Target="/ppt/notesSlides/notesSlide9.xml" Id="R265f4b4aec0943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ea84caa0548db" /><Relationship Type="http://schemas.openxmlformats.org/officeDocument/2006/relationships/image" Target="/ppt/media/image10.jpeg" Id="R88a15007b9b847ce" /><Relationship Type="http://schemas.openxmlformats.org/officeDocument/2006/relationships/notesSlide" Target="/ppt/notesSlides/notesSlide10.xml" Id="R0db233e79e034d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8f729eb1b042ad" /><Relationship Type="http://schemas.openxmlformats.org/officeDocument/2006/relationships/image" Target="/ppt/media/image11.jpeg" Id="Re385bed66db64eeb" /><Relationship Type="http://schemas.openxmlformats.org/officeDocument/2006/relationships/notesSlide" Target="/ppt/notesSlides/notesSlide11.xml" Id="Ra6d528d961d94c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8b7ec27bf54d0a" /><Relationship Type="http://schemas.openxmlformats.org/officeDocument/2006/relationships/image" Target="/ppt/media/image12.jpeg" Id="R655ccdaa7f8048fa" /><Relationship Type="http://schemas.openxmlformats.org/officeDocument/2006/relationships/notesSlide" Target="/ppt/notesSlides/notesSlide12.xml" Id="R61ec6237ed1e4e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163ae2454c4196" /><Relationship Type="http://schemas.openxmlformats.org/officeDocument/2006/relationships/image" Target="/ppt/media/image13.jpeg" Id="Rbc3fc3e3795f4e70" /><Relationship Type="http://schemas.openxmlformats.org/officeDocument/2006/relationships/notesSlide" Target="/ppt/notesSlides/notesSlide13.xml" Id="Rb9fd2d57c6034b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5930e9df84427" /><Relationship Type="http://schemas.openxmlformats.org/officeDocument/2006/relationships/image" Target="/ppt/media/image14.jpeg" Id="R877106e631294ed3" /><Relationship Type="http://schemas.openxmlformats.org/officeDocument/2006/relationships/notesSlide" Target="/ppt/notesSlides/notesSlide14.xml" Id="R74286c6417de44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99a4d66ec64fe8" /><Relationship Type="http://schemas.openxmlformats.org/officeDocument/2006/relationships/image" Target="/ppt/media/image15.jpeg" Id="Re891d8c1dec24848" /><Relationship Type="http://schemas.openxmlformats.org/officeDocument/2006/relationships/notesSlide" Target="/ppt/notesSlides/notesSlide15.xml" Id="R7f5bca3c734b48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efa1a4e2cf472a" /><Relationship Type="http://schemas.openxmlformats.org/officeDocument/2006/relationships/image" Target="/ppt/media/image16.jpeg" Id="R616fa211ec3349aa" /><Relationship Type="http://schemas.openxmlformats.org/officeDocument/2006/relationships/notesSlide" Target="/ppt/notesSlides/notesSlide16.xml" Id="R2b0d110df52e4e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8d311382004c3a" /><Relationship Type="http://schemas.openxmlformats.org/officeDocument/2006/relationships/image" Target="/ppt/media/image17.jpeg" Id="Rcf4256ff9ba142c9" /><Relationship Type="http://schemas.openxmlformats.org/officeDocument/2006/relationships/notesSlide" Target="/ppt/notesSlides/notesSlide17.xml" Id="R213420bae5c64b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2ad4d9f8a0422e" /><Relationship Type="http://schemas.openxmlformats.org/officeDocument/2006/relationships/image" Target="/ppt/media/image18.jpeg" Id="Rda24fa9f43c94e94" /><Relationship Type="http://schemas.openxmlformats.org/officeDocument/2006/relationships/notesSlide" Target="/ppt/notesSlides/notesSlide18.xml" Id="Rd499ee1e75d64d4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a46ed83b8d45a4" /><Relationship Type="http://schemas.openxmlformats.org/officeDocument/2006/relationships/image" Target="/ppt/media/image19.jpeg" Id="Rf8c05892b116407e" /><Relationship Type="http://schemas.openxmlformats.org/officeDocument/2006/relationships/notesSlide" Target="/ppt/notesSlides/notesSlide19.xml" Id="Rdb58dd99c8c048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54587122364729" /><Relationship Type="http://schemas.openxmlformats.org/officeDocument/2006/relationships/image" Target="/ppt/media/image20.jpeg" Id="Rc87565a4775740c3" /><Relationship Type="http://schemas.openxmlformats.org/officeDocument/2006/relationships/notesSlide" Target="/ppt/notesSlides/notesSlide20.xml" Id="Rfdc1c3cae4b14b6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295f6c1ee4a93" /><Relationship Type="http://schemas.openxmlformats.org/officeDocument/2006/relationships/image" Target="/ppt/media/image21.jpeg" Id="Rcdf4f2642b6e4841" /><Relationship Type="http://schemas.openxmlformats.org/officeDocument/2006/relationships/notesSlide" Target="/ppt/notesSlides/notesSlide21.xml" Id="R63e7f9d6648c4c8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8d9d4cc594033" /><Relationship Type="http://schemas.openxmlformats.org/officeDocument/2006/relationships/image" Target="/ppt/media/image22.jpeg" Id="R62c035967c974229" /><Relationship Type="http://schemas.openxmlformats.org/officeDocument/2006/relationships/notesSlide" Target="/ppt/notesSlides/notesSlide22.xml" Id="Re423d901e3914a1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9bc5daedbe4dbf" /><Relationship Type="http://schemas.openxmlformats.org/officeDocument/2006/relationships/image" Target="/ppt/media/image23.jpeg" Id="R309322fdb2df43a8" /><Relationship Type="http://schemas.openxmlformats.org/officeDocument/2006/relationships/notesSlide" Target="/ppt/notesSlides/notesSlide23.xml" Id="R4ed0e7e8614748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2c7e1d85d4e5d" /><Relationship Type="http://schemas.openxmlformats.org/officeDocument/2006/relationships/image" Target="/ppt/media/image24.jpeg" Id="R5c6b65f3751943f1" /><Relationship Type="http://schemas.openxmlformats.org/officeDocument/2006/relationships/notesSlide" Target="/ppt/notesSlides/notesSlide24.xml" Id="R4ec4c370602441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02cddde8b43e1" /><Relationship Type="http://schemas.openxmlformats.org/officeDocument/2006/relationships/image" Target="/ppt/media/image25.jpeg" Id="Reb6481d8126640a7" /><Relationship Type="http://schemas.openxmlformats.org/officeDocument/2006/relationships/notesSlide" Target="/ppt/notesSlides/notesSlide25.xml" Id="Ra9f9de430ca445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baec7297b94f63" /><Relationship Type="http://schemas.openxmlformats.org/officeDocument/2006/relationships/image" Target="/ppt/media/image26.jpeg" Id="Rd0fc35a9f98d49a2" /><Relationship Type="http://schemas.openxmlformats.org/officeDocument/2006/relationships/notesSlide" Target="/ppt/notesSlides/notesSlide26.xml" Id="R3899b3bb5743426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8280817ae4440" /><Relationship Type="http://schemas.openxmlformats.org/officeDocument/2006/relationships/image" Target="/ppt/media/image27.jpeg" Id="R47ac85b4e1f549d9" /><Relationship Type="http://schemas.openxmlformats.org/officeDocument/2006/relationships/notesSlide" Target="/ppt/notesSlides/notesSlide27.xml" Id="R9320fbdda8d0487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df8851389f4754" /><Relationship Type="http://schemas.openxmlformats.org/officeDocument/2006/relationships/image" Target="/ppt/media/image28.jpeg" Id="R9491b97898104c76" /><Relationship Type="http://schemas.openxmlformats.org/officeDocument/2006/relationships/notesSlide" Target="/ppt/notesSlides/notesSlide28.xml" Id="Rbae068813db0459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0339273004f24" /><Relationship Type="http://schemas.openxmlformats.org/officeDocument/2006/relationships/image" Target="/ppt/media/image29.jpeg" Id="Raef4bbe1ff6e436c" /><Relationship Type="http://schemas.openxmlformats.org/officeDocument/2006/relationships/notesSlide" Target="/ppt/notesSlides/notesSlide29.xml" Id="R784a8704887a4f7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79f46ac594cb0" /><Relationship Type="http://schemas.openxmlformats.org/officeDocument/2006/relationships/image" Target="/ppt/media/image30.jpeg" Id="Rdfa4ece1ed5d41df" /><Relationship Type="http://schemas.openxmlformats.org/officeDocument/2006/relationships/notesSlide" Target="/ppt/notesSlides/notesSlide30.xml" Id="Recbb041e0f1941a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06cd4fe4e4a50" /><Relationship Type="http://schemas.openxmlformats.org/officeDocument/2006/relationships/image" Target="/ppt/media/image31.jpeg" Id="R84c8961d2d184417" /><Relationship Type="http://schemas.openxmlformats.org/officeDocument/2006/relationships/notesSlide" Target="/ppt/notesSlides/notesSlide31.xml" Id="R8a26065562314d8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dee4fd49ca4273" /><Relationship Type="http://schemas.openxmlformats.org/officeDocument/2006/relationships/image" Target="/ppt/media/image32.jpeg" Id="Rd80b178f7a6a476f" /><Relationship Type="http://schemas.openxmlformats.org/officeDocument/2006/relationships/notesSlide" Target="/ppt/notesSlides/notesSlide32.xml" Id="R1ec47006cb8843e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20fa51fe2f435d" /><Relationship Type="http://schemas.openxmlformats.org/officeDocument/2006/relationships/image" Target="/ppt/media/image33.jpeg" Id="R65318a54d1ee49e3" /><Relationship Type="http://schemas.openxmlformats.org/officeDocument/2006/relationships/notesSlide" Target="/ppt/notesSlides/notesSlide33.xml" Id="Rf01661cf0a75469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2e75148674fc2" /><Relationship Type="http://schemas.openxmlformats.org/officeDocument/2006/relationships/image" Target="/ppt/media/image34.jpeg" Id="Rc0ac4c7bac7c44d1" /><Relationship Type="http://schemas.openxmlformats.org/officeDocument/2006/relationships/notesSlide" Target="/ppt/notesSlides/notesSlide34.xml" Id="Rc7a9a4f9e4a348d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735b0765914e94" /><Relationship Type="http://schemas.openxmlformats.org/officeDocument/2006/relationships/image" Target="/ppt/media/image35.jpeg" Id="Re707f67e82b6404b" /><Relationship Type="http://schemas.openxmlformats.org/officeDocument/2006/relationships/notesSlide" Target="/ppt/notesSlides/notesSlide35.xml" Id="Re4d914635519436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929541bfc42e8" /><Relationship Type="http://schemas.openxmlformats.org/officeDocument/2006/relationships/image" Target="/ppt/media/image36.jpeg" Id="R97ac12ec126e47ac" /><Relationship Type="http://schemas.openxmlformats.org/officeDocument/2006/relationships/notesSlide" Target="/ppt/notesSlides/notesSlide36.xml" Id="R99eb0f17f635455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c34bd6d634281" /><Relationship Type="http://schemas.openxmlformats.org/officeDocument/2006/relationships/image" Target="/ppt/media/image37.jpeg" Id="Rb5ce14864a0048d1" /><Relationship Type="http://schemas.openxmlformats.org/officeDocument/2006/relationships/notesSlide" Target="/ppt/notesSlides/notesSlide37.xml" Id="Rb9d3d7bdc7a0415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931a263e7b4123" /><Relationship Type="http://schemas.openxmlformats.org/officeDocument/2006/relationships/image" Target="/ppt/media/image38.jpeg" Id="Rd2e65d4d94e94e96" /><Relationship Type="http://schemas.openxmlformats.org/officeDocument/2006/relationships/notesSlide" Target="/ppt/notesSlides/notesSlide38.xml" Id="Rcd5b54f8448045c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35fe0c91c43d9" /><Relationship Type="http://schemas.openxmlformats.org/officeDocument/2006/relationships/image" Target="/ppt/media/image39.jpeg" Id="Rf78686be57494cd9" /><Relationship Type="http://schemas.openxmlformats.org/officeDocument/2006/relationships/notesSlide" Target="/ppt/notesSlides/notesSlide39.xml" Id="R84f046bf0d2e42b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5c66dbcbd4e4d" /><Relationship Type="http://schemas.openxmlformats.org/officeDocument/2006/relationships/image" Target="/ppt/media/image40.jpeg" Id="R6066f353ddaf43ee" /><Relationship Type="http://schemas.openxmlformats.org/officeDocument/2006/relationships/notesSlide" Target="/ppt/notesSlides/notesSlide40.xml" Id="R3779e767136a436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7b5e8272504aa0" /><Relationship Type="http://schemas.openxmlformats.org/officeDocument/2006/relationships/image" Target="/ppt/media/image41.jpeg" Id="R425f4d8194ec461e" /><Relationship Type="http://schemas.openxmlformats.org/officeDocument/2006/relationships/notesSlide" Target="/ppt/notesSlides/notesSlide41.xml" Id="R070dcc37f22d46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E530C-0BDA-4C89-B38B-56CFBCE7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85BFD-D68D-498C-A65A-B9A8BE72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206F8-8139-44C3-A58F-B0F003F1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F7439-D2DE-4389-8E76-713685B3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真面目で自分に厳しい人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2A607-232C-49BE-96CF-D7BE19E8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D7604-6763-46FE-9F8F-EB104E33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今日は、お仕事をしながら、ご主人と暮らす女性のお話です。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家にはヘルパーさんや訪問看護師さんも定期的に来られます。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CAC12-BD75-43A2-8F76-DD9A5892F4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58f87021b4f9f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4EAF9-B149-4083-A364-BE56BCE4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93926-33B5-408B-BB4D-74C1B982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01 / 41</a:t>
            </a:r>
          </a:p>
        </p:txBody>
      </p:sp>
    </p:spTree>
    <p:extLst>
      <p:ext uri="{BB962C8B-B14F-4D97-AF65-F5344CB8AC3E}">
        <p14:creationId xmlns:p14="http://schemas.microsoft.com/office/powerpoint/2010/main" val="71612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25935-7881-4062-AF85-C060CD3F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61C60-C62B-493F-8E54-75FE9696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7E15E-1AC9-40B8-8B0A-DBBFE812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534B0-BEFF-479C-93F2-35E6D17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真面目で自分に厳しい人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AADBE-85CD-4AE1-A534-0BDB79B9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9EC46-060D-4249-8BE3-4C9FD5BF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担当の先生はこの方を、「人には優しいのに、自分には厳しすぎる」と見ていました。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そんな方が、家の片付けで悩んでいたんです。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663CD-3A56-4B36-8BC5-33EB0E5D41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8a9de43c8430b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EB81D-D35F-47AC-80DC-980ED251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38AF81-9926-4410-B871-393E2453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02 / 41</a:t>
            </a:r>
          </a:p>
        </p:txBody>
      </p:sp>
    </p:spTree>
    <p:extLst>
      <p:ext uri="{BB962C8B-B14F-4D97-AF65-F5344CB8AC3E}">
        <p14:creationId xmlns:p14="http://schemas.microsoft.com/office/powerpoint/2010/main" val="6308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F1DCA-2951-4010-8F03-CC050013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0BBE2-6B2B-439F-A2E6-D190968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46601-02C2-4011-A840-47EEDE1A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99074-E63D-4242-96A8-2E113A97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金曜の決意、土曜の壁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0E4DC-BD21-4E18-AFFE-E26EAF3D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7E597-F498-42F0-861A-761B8DED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金曜日の夜には「今週末こそ片付けよう」と決める。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でも土曜日の朝、積み上がった物を見ると、どこから手をつければいいか分からなくなる。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32725-117D-4679-B4B9-B08B4F4C46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8c838c40b4c05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C3D90-2FD7-490B-9CF0-A193B2AC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D6E3A-96B7-4C66-A100-A4DD1247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03 / 41</a:t>
            </a:r>
          </a:p>
        </p:txBody>
      </p:sp>
    </p:spTree>
    <p:extLst>
      <p:ext uri="{BB962C8B-B14F-4D97-AF65-F5344CB8AC3E}">
        <p14:creationId xmlns:p14="http://schemas.microsoft.com/office/powerpoint/2010/main" val="2091195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6A522-4318-4CF6-9E89-2F9B1DDF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D8490-943B-4DB7-BB83-0DF524AC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DED66-EB24-4B41-93FB-12A5DD8E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3B337-8CB1-449A-A9CE-92796ABA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金曜の決意、土曜の壁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9E0F1-97B3-4756-8C06-778CA0F5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8B8A7-3458-4437-A2EB-0EDED8F6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仕事で用事が重なった時のように、頭の中がいっぱいになるんです。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「また使うかも」と捨てる手が止まり、今週も動けなかったと自分を責める。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CB122-3903-4496-9DC9-FC3D59BBB6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1981cd0f04357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83F77-FA04-450E-9E10-7C431462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D862B-CE8A-4AD5-88C3-4D1E4206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04 / 41</a:t>
            </a:r>
          </a:p>
        </p:txBody>
      </p:sp>
    </p:spTree>
    <p:extLst>
      <p:ext uri="{BB962C8B-B14F-4D97-AF65-F5344CB8AC3E}">
        <p14:creationId xmlns:p14="http://schemas.microsoft.com/office/powerpoint/2010/main" val="1076961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01194-4707-4771-80B0-BA301A43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D2C17-6BA7-4521-A43E-E64E1F93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54F98-3AE3-48B4-B3D5-78D94A14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71B39-EEEF-4006-955F-460D7563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金曜の決意、土曜の壁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0713E-0BD2-4D26-B8BA-A82F52D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0676C-F35A-4814-916B-0272E09C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片付けたい気持ちは、ちゃんとあったんです。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EB5AE-16C2-4BD0-8C1B-8326416DF7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cb1930da74acc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876B2-4859-40EE-B2A9-29BF2640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A2DE2-35E7-42AB-AEB2-FAD6FDD8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05 / 41</a:t>
            </a:r>
          </a:p>
        </p:txBody>
      </p:sp>
    </p:spTree>
    <p:extLst>
      <p:ext uri="{BB962C8B-B14F-4D97-AF65-F5344CB8AC3E}">
        <p14:creationId xmlns:p14="http://schemas.microsoft.com/office/powerpoint/2010/main" val="7193765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5F23D-3E9E-4CCC-BE1B-09B422C1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57701-2D79-465E-81F2-3F820C15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CD376-6DB1-44A7-BA7C-EB0A626B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B23EC-EB17-453C-B099-077410D5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三つのつまずき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FB80C-9DF5-4F18-B52B-52C6B019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1C369-16F5-4394-966E-3428022E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今日は、この方が片付けを始める前に、どこでつまずいていたのか。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そして、何を変えたから前へ進めたのか、三つに分けてお話しします。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0B42F-A293-44FB-9D65-DAF575185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d8254bbee4c95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442C3-DA4C-4945-BA6D-435B2023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316157-6BC4-42A7-8C9B-6492BE74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06 / 41</a:t>
            </a:r>
          </a:p>
        </p:txBody>
      </p:sp>
    </p:spTree>
    <p:extLst>
      <p:ext uri="{BB962C8B-B14F-4D97-AF65-F5344CB8AC3E}">
        <p14:creationId xmlns:p14="http://schemas.microsoft.com/office/powerpoint/2010/main" val="1429497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B8039-38E7-45F9-8A43-C0BF94BA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44484-EEF5-4EE3-8897-2E4EAFED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B2A58-9F96-4CFC-B581-7EDDE4E8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250DC-6762-4FDA-A84F-77178118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一つ目の間違い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45B4C-E951-4D6C-8872-E0C6BA25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32FF7-6605-41B4-A2A4-654332C4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一つ目。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週末に気合いを入れれば、一気に片付くと思っていたことです。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3B138-A7CB-4D44-964B-A35120E5DA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ae8f3da834b10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AADAC-08A3-408F-9380-F53D4C5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189C0-153F-4239-B754-24F3E797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07 / 41</a:t>
            </a:r>
          </a:p>
        </p:txBody>
      </p:sp>
    </p:spTree>
    <p:extLst>
      <p:ext uri="{BB962C8B-B14F-4D97-AF65-F5344CB8AC3E}">
        <p14:creationId xmlns:p14="http://schemas.microsoft.com/office/powerpoint/2010/main" val="19869104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4461C-5FD4-43A3-BE3C-47E4140A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59135-2B96-4D81-919C-91B075CE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B1FC2-30DB-4C7E-8190-970343FA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981BB-B952-4048-871C-213F15CF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気合いでは動けない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88B44-5410-448E-A94F-A82AA9C0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4A608-BB25-4D84-8CE4-1B852DC7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金曜の夜に決意するのは悪くありません。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でも、土曜の朝に部屋全体を見渡して「全部やらなきゃ」と思ったら、何を先にするか決めるだけで疲れてしまいます。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85E03-C65C-4756-8D1D-97A74212C2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477a2884b402a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1CE00-101C-446A-B934-EFCF897A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61138-873E-4803-91A9-4793400D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08 / 41</a:t>
            </a:r>
          </a:p>
        </p:txBody>
      </p:sp>
    </p:spTree>
    <p:extLst>
      <p:ext uri="{BB962C8B-B14F-4D97-AF65-F5344CB8AC3E}">
        <p14:creationId xmlns:p14="http://schemas.microsoft.com/office/powerpoint/2010/main" val="434625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7EFC2-E1A0-4CAD-955E-49C6A691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22ADB-BE14-4140-913E-F110825C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3DB85-B507-4E78-9B09-29BD9E7A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A6219-1206-4987-998A-29FF125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気合いでは動けない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D4FFA-E07F-4372-9998-1434CD17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5F38C-32C6-4D90-BFB7-E2AD4223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そこで動けない自分を「怠けている」と責めたら、ますます始めにくくなりますよね。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9BE61-BD9E-42D9-A87F-52AD05375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bf6af0d0a425a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E155A-08B6-4898-8F81-95430078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773F8-67E1-4B19-B50E-D3C9839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09 / 41</a:t>
            </a:r>
          </a:p>
        </p:txBody>
      </p:sp>
    </p:spTree>
    <p:extLst>
      <p:ext uri="{BB962C8B-B14F-4D97-AF65-F5344CB8AC3E}">
        <p14:creationId xmlns:p14="http://schemas.microsoft.com/office/powerpoint/2010/main" val="4365032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6F992-99E2-466A-AC9C-03312216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D3210B-045D-4C44-B43C-E68EBB00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CD837-7ACB-4928-B7CE-B7EB8BEB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6FE16-16C9-4A94-A8F5-F1B38B7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片付ける順番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67960-45BC-400C-AE5D-737EBE61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69111-93F2-4FA7-A0E4-FB086C21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真面目な方ほど、片付けにも満点を求めがちです。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でも大事なのは、気合いの量より順番です。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83CBA-0AE8-4488-A4A9-9542F00FFB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15007b9b847ce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6C608-A0EA-44DC-B2E7-7718FDFD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5C0ED-5E66-4A68-BCEE-24ED7647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10 / 41</a:t>
            </a:r>
          </a:p>
        </p:txBody>
      </p:sp>
    </p:spTree>
    <p:extLst>
      <p:ext uri="{BB962C8B-B14F-4D97-AF65-F5344CB8AC3E}">
        <p14:creationId xmlns:p14="http://schemas.microsoft.com/office/powerpoint/2010/main" val="870453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165D2F-6439-43E4-B4BF-DE54C338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CFE02-2535-4B97-A91A-DE98E4E7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4B697-009C-4DC2-BE10-8CCD83CA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457A3-1858-460E-A6DB-238B95C5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片付ける順番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949C0-6245-4AC6-BB99-A571A6F5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5581A-8BB7-4CB1-B6DC-CB3C6BE6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最初から部屋全部を相手にせず、今日扱う範囲を決める。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物を見て、残すか手放すかを一つずつ選ぶ。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6A8EA1-B567-4F71-A09F-F755232251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5bed66db64eeb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32DE0-F2BF-4D3B-801A-70542186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EAEB0-E1EC-43E5-B612-EF79F39A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11 / 41</a:t>
            </a:r>
          </a:p>
        </p:txBody>
      </p:sp>
    </p:spTree>
    <p:extLst>
      <p:ext uri="{BB962C8B-B14F-4D97-AF65-F5344CB8AC3E}">
        <p14:creationId xmlns:p14="http://schemas.microsoft.com/office/powerpoint/2010/main" val="13594039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7AF2A-A81C-4532-B665-6B3A644A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88E7D-0359-4526-835A-BA25B723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0C630-0775-42B7-9AEB-63CD61AB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F0067-D141-4615-8F4D-052D71DE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片付ける順番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B3AFE-9152-40A3-8B91-BB132B75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A849D-ED5B-4D73-B8C9-322A3A4B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まずはそこからです。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7B24F-CF0D-4A77-BD47-E5E54936F0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ccdaa7f8048fa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7638C-ECB7-4E01-A4E6-2AAE6B39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E7C19-7087-4FE8-9E66-5D8BCCE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12 / 41</a:t>
            </a:r>
          </a:p>
        </p:txBody>
      </p:sp>
    </p:spTree>
    <p:extLst>
      <p:ext uri="{BB962C8B-B14F-4D97-AF65-F5344CB8AC3E}">
        <p14:creationId xmlns:p14="http://schemas.microsoft.com/office/powerpoint/2010/main" val="10096767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003FC-F249-4349-8814-C9CECACD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37185-2599-47C6-ADC1-B01FB0FF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46961-B810-46F5-846C-4E162E95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25016-8ADB-436C-92F1-51CD6CB9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まず一つの箱から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66894-A5AD-4985-A89B-0E356556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BA8C1-C2D7-4878-BE69-43E88D15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たとえば「リビングを全部」ではなく、まず目の前の一つの箱。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その箱の中に何があるかを見て、今日使う物と、もう役目を終えた物を分ける。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46B6F-9843-479B-B1D7-BC9DD4CE05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fc3e3795f4e70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3FD23-BF62-446C-96E7-027D4677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00220-2124-48A1-A9D3-4B46F18E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13 / 41</a:t>
            </a:r>
          </a:p>
        </p:txBody>
      </p:sp>
    </p:spTree>
    <p:extLst>
      <p:ext uri="{BB962C8B-B14F-4D97-AF65-F5344CB8AC3E}">
        <p14:creationId xmlns:p14="http://schemas.microsoft.com/office/powerpoint/2010/main" val="7743123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EFB03-427C-4524-9F4D-D05FC636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94DF6-34FB-41B0-9361-A83BFF15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B6555-C78C-43C1-BF47-0AD0FE84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B8546-7866-46BA-8ADF-B436D88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まず一つの箱から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F7238-66C4-431B-A38A-994C7668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AB653-E63C-4F57-9906-BB94B2EA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小さく始めるのは甘えではありません。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次の行動が分かる形にするためです。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9C34F-0F5B-4004-825D-E59276DBB8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106e631294ed3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74256-DE13-46A2-A739-4775F40D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C9A80-0A5E-4D85-B96F-902DA506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14 / 41</a:t>
            </a:r>
          </a:p>
        </p:txBody>
      </p:sp>
    </p:spTree>
    <p:extLst>
      <p:ext uri="{BB962C8B-B14F-4D97-AF65-F5344CB8AC3E}">
        <p14:creationId xmlns:p14="http://schemas.microsoft.com/office/powerpoint/2010/main" val="1917514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15AC8-FDC1-4573-A593-83873A6D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F9FC7-BC63-479D-84AE-147950F7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59F23-9A27-49EE-9327-96F58254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C592B-25C6-46A3-A345-61398680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二つ目の間違い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6ABB9-21A5-4297-A96A-CDE2D559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89581-1492-468C-8C01-BC5579D5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二つ目。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「また使うかも」のたびに、物を持つ基準を先送りしていたことです。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20BAB-E048-47E8-AB73-22AD8F549B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1d8c1dec24848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D1558-4B8E-4FF6-B7F8-24AF35B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30E5E-C4AE-4D09-A848-226A51D0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15 / 41</a:t>
            </a:r>
          </a:p>
        </p:txBody>
      </p:sp>
    </p:spTree>
    <p:extLst>
      <p:ext uri="{BB962C8B-B14F-4D97-AF65-F5344CB8AC3E}">
        <p14:creationId xmlns:p14="http://schemas.microsoft.com/office/powerpoint/2010/main" val="2263447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38DFC-35E9-4053-99D6-5ED00332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B5D1E-FE54-4D83-BC52-9D88D204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E8252-DA10-4928-AA5D-7D349D05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80F4C-2486-4104-A8B7-CBB3F128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「また使うかも」の先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DC112-2356-4F72-9EAF-D52AE08D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9D14D-0349-4BB2-B7E0-8096A5AA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もったいないと思う気持ちを、私は責めません。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ただ、物を一つずつ眺めるだけでは、同じ種類の物を全部でいくつ持っているか分かりません。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D0AAA-343D-4FDE-85EE-3C905D097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fa211ec3349aa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D8D07D-82C8-47E4-96E3-1E56BEE9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02B96-E4D0-45E4-A3C7-3D745E0C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16 / 41</a:t>
            </a:r>
          </a:p>
        </p:txBody>
      </p:sp>
    </p:spTree>
    <p:extLst>
      <p:ext uri="{BB962C8B-B14F-4D97-AF65-F5344CB8AC3E}">
        <p14:creationId xmlns:p14="http://schemas.microsoft.com/office/powerpoint/2010/main" val="17475288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CC36B4-9A01-41FE-9D35-4C7855F0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5E77A-88F6-4920-A2A9-05CC013D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CED5C-FDC4-458E-9883-987EA058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2079D-D245-4E08-A9AF-71DC3A0F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「また使うかも」の先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89BEB-E48D-4ED4-A079-34089491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D3584-EB33-4387-9886-FA52B692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全量が見えないままなら、似た物をまた買ってしまうこともあります。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9EE6B-EDF5-45E8-9FB8-86742ED22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256ff9ba142c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EE1D8-8AF6-49E7-A683-DD5D35A0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88F8F-B6E2-474C-AE74-94051256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17 / 41</a:t>
            </a:r>
          </a:p>
        </p:txBody>
      </p:sp>
    </p:spTree>
    <p:extLst>
      <p:ext uri="{BB962C8B-B14F-4D97-AF65-F5344CB8AC3E}">
        <p14:creationId xmlns:p14="http://schemas.microsoft.com/office/powerpoint/2010/main" val="20908633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0470C-5B30-4897-94F6-A52BE903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7A9B0-D964-44E7-8189-E2EBC4DC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A226D-ABB1-429C-99AC-5F9FE3BA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76BC9-D82D-4140-B126-CE6A7023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必要な量を選べた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7FB07-F64B-4654-9694-862D5650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4B325-4963-4375-B24F-2C3D845D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この方は後に、同じカテゴリーの物を集めて管理するようになりました。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すると「本当に必要？」と自分に聞けるようになり、特に100円ショップで余分な物を買わなくなったそうです。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83C08-1FF7-4C34-A33E-32BF1F2BC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4fa9f43c94e94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41309-B5A1-45FE-A013-2ED1F46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77FF4D-32DE-4A5E-A220-CBB090C8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18 / 41</a:t>
            </a:r>
          </a:p>
        </p:txBody>
      </p:sp>
    </p:spTree>
    <p:extLst>
      <p:ext uri="{BB962C8B-B14F-4D97-AF65-F5344CB8AC3E}">
        <p14:creationId xmlns:p14="http://schemas.microsoft.com/office/powerpoint/2010/main" val="1148429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10EEB-F2AC-4FFB-9A8D-9225DD91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2061C-0B17-4C7B-9CDA-9E128292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55AD7-6E35-4767-8F66-545CE004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C4EC1-587A-4218-91FE-A98AA5A7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必要な量を選べた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60E40-0037-4A54-A431-949DA1E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5A63E-9163-48E9-9A78-AA5E057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捨てる勇気だけでなく、選ぶ基準を持てたことが大きいんです。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42F06-56B3-44B5-89FB-8270160714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05892b116407e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B7314-1A90-4540-9C88-080E70F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E1F6A7-5ED2-49DB-ACE9-474D6541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19 / 41</a:t>
            </a:r>
          </a:p>
        </p:txBody>
      </p:sp>
    </p:spTree>
    <p:extLst>
      <p:ext uri="{BB962C8B-B14F-4D97-AF65-F5344CB8AC3E}">
        <p14:creationId xmlns:p14="http://schemas.microsoft.com/office/powerpoint/2010/main" val="14734966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4A938-804C-4AB5-987F-0B714541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EED4DE-E328-49F3-8E34-F9978433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B409D-61D8-46D2-92FB-82BE1B15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EAE5B-DFE2-4A88-BA7F-7D848F1C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全量を見る意味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FBD3D-E790-4FAB-ADE4-67055CE7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BDA20-CD9B-43B0-9BE1-66EB17C5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家にある物の量を知らないまま買い物をすれば、必要かどうかを判断する材料が足りません。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逆に全量が分かれば、「もう家にある」「この数で足りる」と決められます。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54AD5-BC36-4475-ACAF-63453A1A7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565a4775740c3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366E6-CA2C-476F-ADBF-BAB2AE09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97A56-9A77-433F-99C8-B6180E39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20 / 41</a:t>
            </a:r>
          </a:p>
        </p:txBody>
      </p:sp>
    </p:spTree>
    <p:extLst>
      <p:ext uri="{BB962C8B-B14F-4D97-AF65-F5344CB8AC3E}">
        <p14:creationId xmlns:p14="http://schemas.microsoft.com/office/powerpoint/2010/main" val="11888509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06CD8-9537-4EEF-9BC5-A200BD52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4D068-6A1C-4185-884F-C871540C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6FAD9-482B-4E6E-9495-06E9EEC9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08648-302F-42CD-9517-2CE4193F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全量を見る意味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278C7-FB23-4797-A58C-6236B5CC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E295A-EDB6-4737-AF03-55937727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片付けは、ただ減らす競争ではなく、自分の暮らしに必要な量を選び直すことなんです。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DB2B5-3F3F-45C0-89A1-A6718E3D23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4f2642b6e4841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AE0C0-C840-4E6C-B06A-DDC143B6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9B6C1-847F-4E66-8A65-DFB4A8C3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21 / 41</a:t>
            </a:r>
          </a:p>
        </p:txBody>
      </p:sp>
    </p:spTree>
    <p:extLst>
      <p:ext uri="{BB962C8B-B14F-4D97-AF65-F5344CB8AC3E}">
        <p14:creationId xmlns:p14="http://schemas.microsoft.com/office/powerpoint/2010/main" val="12584480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D29FA-3629-4AD8-B8D6-AAE5AD9F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4842A-EC76-47E2-AB23-E24ECBFB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69C14-7A36-4F91-8424-38D08F76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1B4C5-96A7-4AB9-909D-EB5F8F36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三つ目の間違い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B1FD2-FCE2-4E9C-9B5B-0D08353F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6C997-D82E-4757-8024-5C81F1EE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三つ目。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片付けを、捨てる作業だけで終わるものと考えていたことです。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D0497-C369-4922-B47B-F8E207D77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035967c97422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C5096-06D6-432D-9C7C-040DA5D5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FE2DA-8386-41A9-8EA7-E1809D09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22 / 41</a:t>
            </a:r>
          </a:p>
        </p:txBody>
      </p:sp>
    </p:spTree>
    <p:extLst>
      <p:ext uri="{BB962C8B-B14F-4D97-AF65-F5344CB8AC3E}">
        <p14:creationId xmlns:p14="http://schemas.microsoft.com/office/powerpoint/2010/main" val="189138636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A2E74-37A7-40E2-80A9-58F3972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2A355-AE93-47E5-9FF3-DF7044CC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0CD55-D38B-4CE5-99C1-22012B19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F9AAA-EF3E-48C2-9107-05B85BCF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捨てた後の住所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5952D-791C-48A5-A3BE-B901F44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F3B83-A07E-42C3-83F8-71B9B9A2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捨てれば一時的に空間はできます。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でも残した物の住所が決まらなければ、使った後にまた置き場所に迷います。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490FF-5FC5-46D2-A99A-7176476C75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322fdb2df43a8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8B4F7-C678-457D-8934-983632D2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61F28-9F07-4A80-A732-80256C61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23 / 41</a:t>
            </a:r>
          </a:p>
        </p:txBody>
      </p:sp>
    </p:spTree>
    <p:extLst>
      <p:ext uri="{BB962C8B-B14F-4D97-AF65-F5344CB8AC3E}">
        <p14:creationId xmlns:p14="http://schemas.microsoft.com/office/powerpoint/2010/main" val="4418422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9F1BD-5343-47E7-AB79-FDAF7276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C3F08-2BBB-430D-8370-C355F315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720CE-227B-4D9F-A941-23CC2EFA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60C01-A059-4444-B76C-B148155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捨てた後の住所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2EDF7-0B36-4259-80D7-FF731BCC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08ED3-661F-4DED-9103-EE640F88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片付いた状態を続けるには、物を適正量にして、使いやすく整え、戻す行動までつなげる必要があります。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48EE4-A31B-4FF5-8A44-E8AA0135A8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b65f3751943f1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86FB8-4FF8-425E-9230-BE4FF629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5DB93-C65D-422F-88DA-430D4FAC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24 / 41</a:t>
            </a:r>
          </a:p>
        </p:txBody>
      </p:sp>
    </p:spTree>
    <p:extLst>
      <p:ext uri="{BB962C8B-B14F-4D97-AF65-F5344CB8AC3E}">
        <p14:creationId xmlns:p14="http://schemas.microsoft.com/office/powerpoint/2010/main" val="178167321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676DC-70F4-496B-8341-5546F1A3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2D083-C137-4B98-A672-92310EAE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5F19C-CADB-4C06-9477-29CD7384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7A544-CCCD-403D-86F0-9E416DD5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減らす・整える・戻す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D493D-9004-4B3D-A0E4-63E53E2E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5E1A2-DA76-4B42-B2D5-574E1F0F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この三つは、順番を入れ替えるとうまくいきにくいんです。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量が多すぎるまま収納用品だけ増やしても、何をどこに置くか迷います。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1579F-FFCA-409E-9F58-BFBE4445C1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481d8126640a7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F34EA-6BF4-443C-B653-9C3B3DEC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BB00F-CC5C-4AEB-BDD7-498F4518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25 / 41</a:t>
            </a:r>
          </a:p>
        </p:txBody>
      </p:sp>
    </p:spTree>
    <p:extLst>
      <p:ext uri="{BB962C8B-B14F-4D97-AF65-F5344CB8AC3E}">
        <p14:creationId xmlns:p14="http://schemas.microsoft.com/office/powerpoint/2010/main" val="19613739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8D445-EA7E-4005-87B1-A043B3C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BB35C-5C1F-4E76-B820-E2BCD36B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0C526-E96C-48CC-96AF-0BB6A25A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9C00E-113E-4E54-AAB1-1BB79065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減らす・整える・戻す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A0666-3358-4AAF-BBF3-B5C85955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980B6-4B93-4C7E-9AC6-1F5BEED3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物を減らしただけで終われば、使うたびに散らかります。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だから1秒収納では、「減らす・整える・戻す」を一続きで考えます。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8CEAE-5344-4384-9635-A5975CE6A0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c35a9f98d49a2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3771C-84D5-4171-B421-5C7C27F1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C684B-E0FC-4F1B-BBA4-E73253FF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26 / 41</a:t>
            </a:r>
          </a:p>
        </p:txBody>
      </p:sp>
    </p:spTree>
    <p:extLst>
      <p:ext uri="{BB962C8B-B14F-4D97-AF65-F5344CB8AC3E}">
        <p14:creationId xmlns:p14="http://schemas.microsoft.com/office/powerpoint/2010/main" val="19643895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63353-7D04-463B-8689-699D5FF1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7B505-A175-488F-B9C7-EFCC6624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60DDF-0E88-416B-AE54-459176A3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E7961-5E9B-4C00-BFF1-D87DD407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始まりは作業会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AF04A-A558-4F39-B5F8-9C277566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B213A-C7BF-44A9-AB5D-00C12F37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では、この方はどうしたか。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始まりは、勇気を出して参加した、一緒に手を動かす片付けの会でした。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5C463-5A23-41CD-9CE1-5671995A0B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85b4e1f549d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953B3-6F4F-4E9E-8364-D2B0ED73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58CE1-AC57-47FF-9C4C-C672BEC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27 / 41</a:t>
            </a:r>
          </a:p>
        </p:txBody>
      </p:sp>
    </p:spTree>
    <p:extLst>
      <p:ext uri="{BB962C8B-B14F-4D97-AF65-F5344CB8AC3E}">
        <p14:creationId xmlns:p14="http://schemas.microsoft.com/office/powerpoint/2010/main" val="7460836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72FA4-3988-42EB-B6E5-703C35D1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A2D7E-E2D2-441E-8D77-7E3E34D1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5B537-6EE7-4759-8BDA-543EAC5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B5BB9-A2E3-48D1-B17B-F655D07B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始まりは作業会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FA0B3-BB99-40FA-8B34-0280AE00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79254-F79B-4AC7-B279-648B86DA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講師や仲間と取り組み、その日に60個を手放せたそうです。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「私にもできそう」という感覚が、そこで生まれました。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A20D9-2254-495F-A353-FAB07DC0F8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1b97898104c76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0D53D-22D6-41BF-850A-AB2F9CD4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512F9-E19B-46AC-849A-1496AC51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28 / 41</a:t>
            </a:r>
          </a:p>
        </p:txBody>
      </p:sp>
    </p:spTree>
    <p:extLst>
      <p:ext uri="{BB962C8B-B14F-4D97-AF65-F5344CB8AC3E}">
        <p14:creationId xmlns:p14="http://schemas.microsoft.com/office/powerpoint/2010/main" val="170101055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E21C8-63CB-4B6E-9E7D-8A7D64D4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E3CD-8B70-461F-A8F2-DCDA0FC9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C6291-32DB-448F-993A-BB5DA3CE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F62A7-31BA-4794-AFD4-5AFB8603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一人で抱え込まない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FAD3DF-0152-44C7-8FC6-3165E2E7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5052A-76DB-4A25-A5DB-DFCD0D84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その後は、仲間と作業する場所を使いながら、ほぼ毎日続けていきました。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私はここを、ただ頑張った話で終わらせたくありません。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52589-AEAD-4D4C-9708-6EFC3D310A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4bbe1ff6e436c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E977F-4CAC-4666-9CB7-245C940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D9070-0DBA-46A0-9D1D-2852D13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29 / 41</a:t>
            </a:r>
          </a:p>
        </p:txBody>
      </p:sp>
    </p:spTree>
    <p:extLst>
      <p:ext uri="{BB962C8B-B14F-4D97-AF65-F5344CB8AC3E}">
        <p14:creationId xmlns:p14="http://schemas.microsoft.com/office/powerpoint/2010/main" val="97059094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7B4C7-99C6-4CFD-83F2-3FC9AA68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7CCF7-D06B-454C-ABEE-83E81D5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EDE5E-4E26-4F5A-BE6A-557C4A11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9E546-8236-4BEE-8587-A65940D9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一人で抱え込まない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B8D59-D157-437D-BB3A-C802C6D4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58F40-602B-47D9-B6A9-CA06CFFE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一人で物の山と向き合って自分を責めるやり方から、範囲を決め、助けを借りて、今日の一歩を積むやり方に変わったんです。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29626-FC57-44A0-B31B-7B7F317643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4ece1ed5d41df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06CE5-99EF-43E7-8286-A053BE21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6450B-F299-4F78-B501-5FB63CEF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30 / 41</a:t>
            </a:r>
          </a:p>
        </p:txBody>
      </p:sp>
    </p:spTree>
    <p:extLst>
      <p:ext uri="{BB962C8B-B14F-4D97-AF65-F5344CB8AC3E}">
        <p14:creationId xmlns:p14="http://schemas.microsoft.com/office/powerpoint/2010/main" val="191569852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B25CB-0AB8-4F42-85CC-766CA1C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E85A5-57AF-43DA-A815-AE5E5369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B22295-76CE-4244-8642-5181D94B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6A809-A92C-41A8-A8D4-40BAFF11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卒論に残る変化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FC94C-0CBF-49C4-9850-AD8A25D1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701EC-E568-40F5-B962-6ECDA244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変わったのは、捨てるハードルだけではありません。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物を買う前に必要か考え、同じ種類の物の全量を見て、置き場所を考えるようになった。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4AF4D-FB8A-45D6-B3D4-BABFD2310D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8961d2d184417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940B3-8878-4763-B8F1-9E40803A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9ACFC-5542-495C-A0A9-558DD278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31 / 41</a:t>
            </a:r>
          </a:p>
        </p:txBody>
      </p:sp>
    </p:spTree>
    <p:extLst>
      <p:ext uri="{BB962C8B-B14F-4D97-AF65-F5344CB8AC3E}">
        <p14:creationId xmlns:p14="http://schemas.microsoft.com/office/powerpoint/2010/main" val="1158189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A4F8FC-8AB6-4338-B318-27815133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C6232-319F-43B1-8232-DB64A672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A290E-B367-4E22-8A25-FE83871D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9CA7A0-5CE8-438D-A9EB-2A9A9E24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卒論に残る変化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B7DFF-6C02-48B5-9C53-BB88297C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2FE90-3C6C-445D-BC4F-63962FB0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さらに仕事でも「この作業は今必要？」と問い、優先順位をつけやすくなってきたそうです。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6B990-AAC9-4523-8FEB-4644E7E101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b178f7a6a476f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101E1-6B0E-4550-8547-17E7CC4E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039DD-5925-4D19-BB34-B366741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32 / 41</a:t>
            </a:r>
          </a:p>
        </p:txBody>
      </p:sp>
    </p:spTree>
    <p:extLst>
      <p:ext uri="{BB962C8B-B14F-4D97-AF65-F5344CB8AC3E}">
        <p14:creationId xmlns:p14="http://schemas.microsoft.com/office/powerpoint/2010/main" val="11585250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86DBB-D8E7-4A87-A62B-769B0897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4BDBD-AA5F-4CC1-8D82-76E5DCD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721E3-39C4-4655-91F7-85E0E1C2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0BF60-1A8E-415C-B327-0AD3B802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仕事にも広がった問い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14487-2DD8-4CF3-989E-1FE995DC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B0D84-C3EB-4F93-B06A-3D2EDEB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ここが私は好きなんです。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家で物を選ぶ時に使った問いが、仕事の用事を選ぶ時にも使えるようになった。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5A2A4-900F-41C2-B100-362E7A3353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18a54d1ee49e3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5914C-E607-4629-9868-58E05859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1EB27-3347-4368-9B90-652DA223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33 / 41</a:t>
            </a:r>
          </a:p>
        </p:txBody>
      </p:sp>
    </p:spTree>
    <p:extLst>
      <p:ext uri="{BB962C8B-B14F-4D97-AF65-F5344CB8AC3E}">
        <p14:creationId xmlns:p14="http://schemas.microsoft.com/office/powerpoint/2010/main" val="206972632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1399D-C296-4BF0-82E9-8050E34F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81A6B-7140-479A-A519-96C31807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0F7BD-3698-4A8A-84CC-0F695B351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C58F8-CC4A-41CD-AC01-8ACF87EC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仕事にも広がった問い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6DAE3-CFD8-4F12-B0E6-C2C4CE6A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F6EA9-A013-4135-9D8B-88707AD6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本人が、暮らしの中で考え方の変化を感じているんですね。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もちろん、誰もが同じように仕事まで変わるとは言いません。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89799-BDF9-4B85-ADA4-D0FE7823B9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c4c7bac7c44d1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6CE65-2F1B-4CA0-AFF2-BD9E035C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739AE-14B5-48B1-A91E-D6DFA8D0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34 / 41</a:t>
            </a:r>
          </a:p>
        </p:txBody>
      </p:sp>
    </p:spTree>
    <p:extLst>
      <p:ext uri="{BB962C8B-B14F-4D97-AF65-F5344CB8AC3E}">
        <p14:creationId xmlns:p14="http://schemas.microsoft.com/office/powerpoint/2010/main" val="96221185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CDEC4-0812-4473-82BB-FEAD9DB3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17CD9-3958-4FE1-A854-828970B5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5BE53-AF1E-4AC2-9959-57D573A1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22928-2E34-4D3A-9C1E-14211344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仕事にも広がった問い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7CC42-381F-40D1-B841-11AC8518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6721E-99BC-47E9-AA85-D82F135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この方が実際に感じた変化なんです。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E504F-C68B-404E-B2A7-0C353D4427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7f67e82b6404b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0175A-8AE8-4E5E-BF4B-0A466E10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8706E-9FF6-46D3-9A4E-40FBB90E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35 / 41</a:t>
            </a:r>
          </a:p>
        </p:txBody>
      </p:sp>
    </p:spTree>
    <p:extLst>
      <p:ext uri="{BB962C8B-B14F-4D97-AF65-F5344CB8AC3E}">
        <p14:creationId xmlns:p14="http://schemas.microsoft.com/office/powerpoint/2010/main" val="7001716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C5E37-6165-4542-A10C-2800D549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6D5B2-C692-4A07-9277-0A7C4DC1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671B3-7B30-470D-84D6-EF1C8335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3C6CA-DADD-49FE-9776-F456F863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これからの目標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CDE71-EE15-4961-A355-91F5B190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5AD6D-1FC4-4029-AE09-6676220C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家を訪れる方から、空いたスペースに驚かれることもありました。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ただし、この方が望む部屋づくりは、まだ続いています。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E34EB-654F-4DFF-B6D7-D694497D4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c12ec126e47ac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09F46-0E77-4223-B380-C2126FDC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FF39A-2C99-4772-A6C5-2C32D50F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36 / 41</a:t>
            </a:r>
          </a:p>
        </p:txBody>
      </p:sp>
    </p:spTree>
    <p:extLst>
      <p:ext uri="{BB962C8B-B14F-4D97-AF65-F5344CB8AC3E}">
        <p14:creationId xmlns:p14="http://schemas.microsoft.com/office/powerpoint/2010/main" val="13127195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B0B56-FF6D-4024-9DC6-F88109A9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F6D49-09A4-47EA-A351-287780D3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8AA60-F567-4601-BF8F-9A3A2421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972E9-EDC3-4316-8FC2-80FC677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これからの目標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A09BB-093C-414F-9F88-186E19EA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4D168-5084-4264-B415-35E71349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ご主人が動きやすいダイニングにすることや、友人を招くことは、この方がこれから叶えたい目標です。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8C63A-841D-4AF6-9C8A-4AAFA827EC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ce14864a0048d1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4C9FC-F86C-4DF6-ADC3-FED7039F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1E4B5-C0FE-4033-A902-21461C24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37 / 41</a:t>
            </a:r>
          </a:p>
        </p:txBody>
      </p:sp>
    </p:spTree>
    <p:extLst>
      <p:ext uri="{BB962C8B-B14F-4D97-AF65-F5344CB8AC3E}">
        <p14:creationId xmlns:p14="http://schemas.microsoft.com/office/powerpoint/2010/main" val="12250117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475FD-F60C-4014-BF30-96DC3647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2BC60-FDCF-4577-A343-0A58AB9F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1B2F7-A730-4DD8-896C-82DCEBCD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A9D15-12B8-4A7A-A69D-5B7E9F16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今日からの一歩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AB992-748E-4725-9E2F-83F96F0F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7F39B-206D-4E36-A5BF-67C0399D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もしあなたも、金曜の夜はやる気があるのに土曜には動けなくなるなら、「またできなかった」と決めつけないでください。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まず、どの範囲を何のために片付けるかを決める。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1D5F4-CF5A-46A3-88D3-CAA7946C98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65d4d94e94e96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91A13-8F15-4C06-973B-3D002FB8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44CB5-7533-4384-9C5F-008C5624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38 / 41</a:t>
            </a:r>
          </a:p>
        </p:txBody>
      </p:sp>
    </p:spTree>
    <p:extLst>
      <p:ext uri="{BB962C8B-B14F-4D97-AF65-F5344CB8AC3E}">
        <p14:creationId xmlns:p14="http://schemas.microsoft.com/office/powerpoint/2010/main" val="81264420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9697F-22C5-4CB1-ACA9-691A50CD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A7E07-2623-4535-8AB0-D384B3D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86184-270E-4601-B00B-16072AE5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20669-DF2B-49E7-AD41-D34C3776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今日からの一歩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2F939-4EA9-4EC7-9A8A-917DD8D9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8B9CA-7EE7-4638-8906-D9B2284A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そして、残す物の量、住所、戻す行動まで、順番に考えていきましょう。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3B103-5959-44E6-9264-54F4AE8D96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686be57494cd9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2CAB3-3E8C-42CD-B1D4-A897D7C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8EE5E-678F-44D5-B6B3-95B410C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39 / 41</a:t>
            </a:r>
          </a:p>
        </p:txBody>
      </p:sp>
    </p:spTree>
    <p:extLst>
      <p:ext uri="{BB962C8B-B14F-4D97-AF65-F5344CB8AC3E}">
        <p14:creationId xmlns:p14="http://schemas.microsoft.com/office/powerpoint/2010/main" val="18913285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3BF53-27D2-42E5-83BC-A1641D9E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0CF41-28A2-428F-80C6-CA93F751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721DA-B18A-4487-90B5-AD5D2232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6CC9F-A8E9-4DF3-8CC9-BB959FCA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1秒収納へ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EED9E-6ABD-43AB-8E45-F0DA9347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4F7BF-CE5C-4E81-9A93-3FDAF72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片付け方だけを増やしても、「全部を一度にやらなければ」という脳の癖がそのままなら、始める前に苦しくなります。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真面目で頑張り屋な方が、頑張り方を変えられるようにするのが1秒収納です。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B7CEE-488A-4800-8870-6D4FF621AA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6f353ddaf43ee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85E1A-B648-403E-8283-873EF672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10081-E693-46E0-B205-D9B6F60C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40 / 41</a:t>
            </a:r>
          </a:p>
        </p:txBody>
      </p:sp>
    </p:spTree>
    <p:extLst>
      <p:ext uri="{BB962C8B-B14F-4D97-AF65-F5344CB8AC3E}">
        <p14:creationId xmlns:p14="http://schemas.microsoft.com/office/powerpoint/2010/main" val="178326843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54503-5905-4470-BA6B-4BC7E25E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>
            <a:def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Changegrow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5DCD9-7BB3-4AEA-B9BA-DFB6F751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5325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みっちー｜読み上げ用YouTube台本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F648E-497F-446B-A7CC-18B47D50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D8EAA-ABA6-4FA0-A1EF-58448F94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81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1秒収納へ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DF375-2DBF-46F5-BE6C-2B3A1855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2954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E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315F7-B22D-4BDD-8B25-EB1C43EE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58102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0">
                <a:solidFill>
                  <a:srgbClr val="42484A"/>
                </a:solidFill>
                <a:latin typeface="Hiragino Sans"/>
                <a:ea typeface="Hiragino Sans"/>
                <a:cs typeface="Hiragino Sans"/>
              </a:rPr>
              <a:t>詳しく知りたい方は、概要欄から体験セミナーの詳細をご覧ください。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25C4D-8AC5-4127-8EC3-558F9E75A5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f4d8194ec461e"/>
          <a:srcRect xmlns:a="http://schemas.openxmlformats.org/drawingml/2006/main" l="11735" t="0" r="11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190625"/>
            <a:ext cx="4762500" cy="4667250"/>
          </a:xfrm>
          <a:prstGeom xmlns:a="http://schemas.openxmlformats.org/drawingml/2006/main" prst="roundRect">
            <a:avLst>
              <a:gd name="adj" fmla="val 16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8A0E8-E4DF-44EB-BEE5-F51F7C5B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14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>
            <a:def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>
                <a:solidFill>
                  <a:srgbClr val="687477"/>
                </a:solidFill>
                <a:latin typeface="Hiragino Sans"/>
                <a:ea typeface="Hiragino Sans"/>
                <a:cs typeface="Hiragino Sans"/>
              </a:rPr>
              <a:t>情景イメージ｜本人・本人宅の写真ではありません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95295-7BD1-49A6-9DE4-BAE5948C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143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>
            <a:def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55AFA9"/>
                </a:solidFill>
                <a:latin typeface="Hiragino Sans"/>
                <a:ea typeface="Hiragino Sans"/>
                <a:cs typeface="Hiragino Sans"/>
              </a:rPr>
              <a:t>41 / 41</a:t>
            </a:r>
          </a:p>
        </p:txBody>
      </p:sp>
    </p:spTree>
    <p:extLst>
      <p:ext uri="{BB962C8B-B14F-4D97-AF65-F5344CB8AC3E}">
        <p14:creationId xmlns:p14="http://schemas.microsoft.com/office/powerpoint/2010/main" val="483571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"/>
        <a:ea typeface=""/>
        <a:cs typeface=""/>
      </a:majorFont>
      <a:minorFont>
        <a:latin typeface="Hiragin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2026-10-20T10:16:36.5160000Z</dcterms:created>
  <dcterms:modified xsi:type="dcterms:W3CDTF">2026-10-20T10:16:36.5160000Z</dcterms:modified>
</coreProperties>
</file>