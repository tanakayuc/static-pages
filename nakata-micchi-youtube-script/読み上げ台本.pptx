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a947ad36734a91" Type="http://schemas.openxmlformats.org/officeDocument/2006/relationships/extended-properties" Target="docProps/app.xml"/><Relationship Id="R21d4dfd009494619" Type="http://schemas.openxmlformats.org/officeDocument/2006/relationships/officeDocument" Target="ppt/presentation.xml"/><Relationship Id="R5a992dc010ae4b0a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ad29f2e2f94330"/>
  </p:sldMasterIdLst>
  <p:notesMasterIdLst>
    <p:notesMasterId xmlns:r="http://schemas.openxmlformats.org/officeDocument/2006/relationships" r:id="R555662d41e0d42d0"/>
  </p:notesMasterIdLst>
  <p:sldIdLst>
    <p:sldId xmlns:r="http://schemas.openxmlformats.org/officeDocument/2006/relationships" id="256" r:id="Re2a82da0d9ce49a3"/>
    <p:sldId xmlns:r="http://schemas.openxmlformats.org/officeDocument/2006/relationships" id="257" r:id="Rf043b3ee389a4b79"/>
    <p:sldId xmlns:r="http://schemas.openxmlformats.org/officeDocument/2006/relationships" id="258" r:id="Red819ff745eb446f"/>
    <p:sldId xmlns:r="http://schemas.openxmlformats.org/officeDocument/2006/relationships" id="259" r:id="Rff93bfc347894104"/>
    <p:sldId xmlns:r="http://schemas.openxmlformats.org/officeDocument/2006/relationships" id="260" r:id="R7d05bd93875e4e15"/>
    <p:sldId xmlns:r="http://schemas.openxmlformats.org/officeDocument/2006/relationships" id="261" r:id="R2326dad7697a4f84"/>
    <p:sldId xmlns:r="http://schemas.openxmlformats.org/officeDocument/2006/relationships" id="262" r:id="R7c1ef9d1882a4878"/>
    <p:sldId xmlns:r="http://schemas.openxmlformats.org/officeDocument/2006/relationships" id="263" r:id="R1e3a465b95b04951"/>
    <p:sldId xmlns:r="http://schemas.openxmlformats.org/officeDocument/2006/relationships" id="264" r:id="Re333f0e6b6504f3f"/>
    <p:sldId xmlns:r="http://schemas.openxmlformats.org/officeDocument/2006/relationships" id="265" r:id="Rcaeacbe6c46e4356"/>
    <p:sldId xmlns:r="http://schemas.openxmlformats.org/officeDocument/2006/relationships" id="266" r:id="R492194eac9f842b4"/>
    <p:sldId xmlns:r="http://schemas.openxmlformats.org/officeDocument/2006/relationships" id="267" r:id="R07714518b9e94aa9"/>
    <p:sldId xmlns:r="http://schemas.openxmlformats.org/officeDocument/2006/relationships" id="268" r:id="R6d0cff1e5c8740e6"/>
    <p:sldId xmlns:r="http://schemas.openxmlformats.org/officeDocument/2006/relationships" id="269" r:id="Rb23c561674214bf9"/>
    <p:sldId xmlns:r="http://schemas.openxmlformats.org/officeDocument/2006/relationships" id="270" r:id="R0803e987297246cc"/>
    <p:sldId xmlns:r="http://schemas.openxmlformats.org/officeDocument/2006/relationships" id="271" r:id="R01e7eb58754446eb"/>
    <p:sldId xmlns:r="http://schemas.openxmlformats.org/officeDocument/2006/relationships" id="272" r:id="Re6f7e69fede14f26"/>
    <p:sldId xmlns:r="http://schemas.openxmlformats.org/officeDocument/2006/relationships" id="273" r:id="R28add2d09c764227"/>
    <p:sldId xmlns:r="http://schemas.openxmlformats.org/officeDocument/2006/relationships" id="274" r:id="R817ea948b42540cf"/>
    <p:sldId xmlns:r="http://schemas.openxmlformats.org/officeDocument/2006/relationships" id="275" r:id="Rb599427040c94046"/>
    <p:sldId xmlns:r="http://schemas.openxmlformats.org/officeDocument/2006/relationships" id="276" r:id="R8ee7d141c6a84e25"/>
    <p:sldId xmlns:r="http://schemas.openxmlformats.org/officeDocument/2006/relationships" id="277" r:id="Rb725fe6b14aa403b"/>
    <p:sldId xmlns:r="http://schemas.openxmlformats.org/officeDocument/2006/relationships" id="278" r:id="Rd7a2f59aec914c1a"/>
    <p:sldId xmlns:r="http://schemas.openxmlformats.org/officeDocument/2006/relationships" id="279" r:id="R9722a72152534bfd"/>
    <p:sldId xmlns:r="http://schemas.openxmlformats.org/officeDocument/2006/relationships" id="280" r:id="Ra23cc79dae5046c9"/>
    <p:sldId xmlns:r="http://schemas.openxmlformats.org/officeDocument/2006/relationships" id="281" r:id="R33702f3115a64786"/>
    <p:sldId xmlns:r="http://schemas.openxmlformats.org/officeDocument/2006/relationships" id="282" r:id="R711012a309d34349"/>
    <p:sldId xmlns:r="http://schemas.openxmlformats.org/officeDocument/2006/relationships" id="283" r:id="Rb0b367071e8c46cf"/>
    <p:sldId xmlns:r="http://schemas.openxmlformats.org/officeDocument/2006/relationships" id="284" r:id="R21776b0ffdc84320"/>
    <p:sldId xmlns:r="http://schemas.openxmlformats.org/officeDocument/2006/relationships" id="285" r:id="Raa5cdd9760e147db"/>
    <p:sldId xmlns:ns0="http://schemas.openxmlformats.org/officeDocument/2006/relationships" id="297" ns0:id="rId47"/>
    <p:sldId xmlns:ns0="http://schemas.openxmlformats.org/officeDocument/2006/relationships" id="298" ns0:id="rId48"/>
    <p:sldId xmlns:ns0="http://schemas.openxmlformats.org/officeDocument/2006/relationships" id="299" ns0:id="rId49"/>
    <p:sldId xmlns:ns0="http://schemas.openxmlformats.org/officeDocument/2006/relationships" id="300" ns0:id="rId50"/>
    <p:sldId xmlns:ns0="http://schemas.openxmlformats.org/officeDocument/2006/relationships" id="301" ns0:id="rId51"/>
    <p:sldId xmlns:r="http://schemas.openxmlformats.org/officeDocument/2006/relationships" id="286" r:id="R0ce44a5749b74395"/>
    <p:sldId xmlns:r="http://schemas.openxmlformats.org/officeDocument/2006/relationships" id="287" r:id="R72024289d326485f"/>
    <p:sldId xmlns:r="http://schemas.openxmlformats.org/officeDocument/2006/relationships" id="288" r:id="R679bb93c08f14344"/>
    <p:sldId xmlns:r="http://schemas.openxmlformats.org/officeDocument/2006/relationships" id="289" r:id="R86661c5730bf495c"/>
    <p:sldId xmlns:r="http://schemas.openxmlformats.org/officeDocument/2006/relationships" id="290" r:id="Ra6d52ebe34884121"/>
    <p:sldId xmlns:r="http://schemas.openxmlformats.org/officeDocument/2006/relationships" id="291" r:id="Rb809a06a579b4dff"/>
    <p:sldId xmlns:r="http://schemas.openxmlformats.org/officeDocument/2006/relationships" id="292" r:id="R7872bd5ce47349ce"/>
    <p:sldId xmlns:r="http://schemas.openxmlformats.org/officeDocument/2006/relationships" id="293" r:id="R53d7f38b39e14ff2"/>
    <p:sldId xmlns:r="http://schemas.openxmlformats.org/officeDocument/2006/relationships" id="294" r:id="R70311bbc6d0c4e9d"/>
    <p:sldId xmlns:r="http://schemas.openxmlformats.org/officeDocument/2006/relationships" id="295" r:id="R9f13313d1b0441b3"/>
    <p:sldId xmlns:r="http://schemas.openxmlformats.org/officeDocument/2006/relationships" id="296" r:id="Rd0468330da5a41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1e7eb58754446eb" Type="http://schemas.openxmlformats.org/officeDocument/2006/relationships/slide" Target="slides/slide16.xml"/><Relationship Id="R07714518b9e94aa9" Type="http://schemas.openxmlformats.org/officeDocument/2006/relationships/slide" Target="slides/slide12.xml"/><Relationship Id="R0803e987297246cc" Type="http://schemas.openxmlformats.org/officeDocument/2006/relationships/slide" Target="slides/slide15.xml"/><Relationship Id="R0ce44a5749b74395" Type="http://schemas.openxmlformats.org/officeDocument/2006/relationships/slide" Target="slides/slide36.xml"/><Relationship Id="R1e3a465b95b04951" Type="http://schemas.openxmlformats.org/officeDocument/2006/relationships/slide" Target="slides/slide8.xml"/><Relationship Id="R21776b0ffdc84320" Type="http://schemas.openxmlformats.org/officeDocument/2006/relationships/slide" Target="slides/slide29.xml"/><Relationship Id="R2326dad7697a4f84" Type="http://schemas.openxmlformats.org/officeDocument/2006/relationships/slide" Target="slides/slide6.xml"/><Relationship Id="R28add2d09c764227" Type="http://schemas.openxmlformats.org/officeDocument/2006/relationships/slide" Target="slides/slide18.xml"/><Relationship Id="R2c5609ec79234f4f" Type="http://schemas.openxmlformats.org/officeDocument/2006/relationships/presProps" Target="presProps.xml"/><Relationship Id="R33702f3115a64786" Type="http://schemas.openxmlformats.org/officeDocument/2006/relationships/slide" Target="slides/slide26.xml"/><Relationship Id="R492194eac9f842b4" Type="http://schemas.openxmlformats.org/officeDocument/2006/relationships/slide" Target="slides/slide11.xml"/><Relationship Id="R53d7f38b39e14ff2" Type="http://schemas.openxmlformats.org/officeDocument/2006/relationships/slide" Target="slides/slide43.xml"/><Relationship Id="R555662d41e0d42d0" Type="http://schemas.openxmlformats.org/officeDocument/2006/relationships/notesMaster" Target="notesMasters/notesMaster1.xml"/><Relationship Id="R679bb93c08f14344" Type="http://schemas.openxmlformats.org/officeDocument/2006/relationships/slide" Target="slides/slide38.xml"/><Relationship Id="R6d0cff1e5c8740e6" Type="http://schemas.openxmlformats.org/officeDocument/2006/relationships/slide" Target="slides/slide13.xml"/><Relationship Id="R70311bbc6d0c4e9d" Type="http://schemas.openxmlformats.org/officeDocument/2006/relationships/slide" Target="slides/slide44.xml"/><Relationship Id="R711012a309d34349" Type="http://schemas.openxmlformats.org/officeDocument/2006/relationships/slide" Target="slides/slide27.xml"/><Relationship Id="R72024289d326485f" Type="http://schemas.openxmlformats.org/officeDocument/2006/relationships/slide" Target="slides/slide37.xml"/><Relationship Id="R7872bd5ce47349ce" Type="http://schemas.openxmlformats.org/officeDocument/2006/relationships/slide" Target="slides/slide42.xml"/><Relationship Id="R7a47517e1470431d" Type="http://schemas.openxmlformats.org/officeDocument/2006/relationships/tableStyles" Target="tableStyles.xml"/><Relationship Id="R7c1ef9d1882a4878" Type="http://schemas.openxmlformats.org/officeDocument/2006/relationships/slide" Target="slides/slide7.xml"/><Relationship Id="R7d05bd93875e4e15" Type="http://schemas.openxmlformats.org/officeDocument/2006/relationships/slide" Target="slides/slide5.xml"/><Relationship Id="R817ea948b42540cf" Type="http://schemas.openxmlformats.org/officeDocument/2006/relationships/slide" Target="slides/slide19.xml"/><Relationship Id="R86661c5730bf495c" Type="http://schemas.openxmlformats.org/officeDocument/2006/relationships/slide" Target="slides/slide39.xml"/><Relationship Id="R8ee7d141c6a84e25" Type="http://schemas.openxmlformats.org/officeDocument/2006/relationships/slide" Target="slides/slide21.xml"/><Relationship Id="R9722a72152534bfd" Type="http://schemas.openxmlformats.org/officeDocument/2006/relationships/slide" Target="slides/slide24.xml"/><Relationship Id="R9f13313d1b0441b3" Type="http://schemas.openxmlformats.org/officeDocument/2006/relationships/slide" Target="slides/slide45.xml"/><Relationship Id="Ra23cc79dae5046c9" Type="http://schemas.openxmlformats.org/officeDocument/2006/relationships/slide" Target="slides/slide25.xml"/><Relationship Id="Ra6d52ebe34884121" Type="http://schemas.openxmlformats.org/officeDocument/2006/relationships/slide" Target="slides/slide40.xml"/><Relationship Id="Raa5cdd9760e147db" Type="http://schemas.openxmlformats.org/officeDocument/2006/relationships/slide" Target="slides/slide30.xml"/><Relationship Id="Rb0b367071e8c46cf" Type="http://schemas.openxmlformats.org/officeDocument/2006/relationships/slide" Target="slides/slide28.xml"/><Relationship Id="Rb23c561674214bf9" Type="http://schemas.openxmlformats.org/officeDocument/2006/relationships/slide" Target="slides/slide14.xml"/><Relationship Id="Rb599427040c94046" Type="http://schemas.openxmlformats.org/officeDocument/2006/relationships/slide" Target="slides/slide20.xml"/><Relationship Id="Rb725fe6b14aa403b" Type="http://schemas.openxmlformats.org/officeDocument/2006/relationships/slide" Target="slides/slide22.xml"/><Relationship Id="Rb809a06a579b4dff" Type="http://schemas.openxmlformats.org/officeDocument/2006/relationships/slide" Target="slides/slide41.xml"/><Relationship Id="Rcaeacbe6c46e4356" Type="http://schemas.openxmlformats.org/officeDocument/2006/relationships/slide" Target="slides/slide10.xml"/><Relationship Id="Rd0468330da5a4136" Type="http://schemas.openxmlformats.org/officeDocument/2006/relationships/slide" Target="slides/slide46.xml"/><Relationship Id="Rd7a2f59aec914c1a" Type="http://schemas.openxmlformats.org/officeDocument/2006/relationships/slide" Target="slides/slide23.xml"/><Relationship Id="Re2a82da0d9ce49a3" Type="http://schemas.openxmlformats.org/officeDocument/2006/relationships/slide" Target="slides/slide1.xml"/><Relationship Id="Re333f0e6b6504f3f" Type="http://schemas.openxmlformats.org/officeDocument/2006/relationships/slide" Target="slides/slide9.xml"/><Relationship Id="Re6f7e69fede14f26" Type="http://schemas.openxmlformats.org/officeDocument/2006/relationships/slide" Target="slides/slide17.xml"/><Relationship Id="Red819ff745eb446f" Type="http://schemas.openxmlformats.org/officeDocument/2006/relationships/slide" Target="slides/slide3.xml"/><Relationship Id="Rf01419cafb9e45da" Type="http://schemas.openxmlformats.org/officeDocument/2006/relationships/theme" Target="theme/theme1.xml"/><Relationship Id="Rf043b3ee389a4b79" Type="http://schemas.openxmlformats.org/officeDocument/2006/relationships/slide" Target="slides/slide2.xml"/><Relationship Id="Rf4ad29f2e2f94330" Type="http://schemas.openxmlformats.org/officeDocument/2006/relationships/slideMaster" Target="slideMasters/slideMaster1.xml"/><Relationship Id="Rff93bfc347894104" Type="http://schemas.openxmlformats.org/officeDocument/2006/relationships/slide" Target="slides/slide4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50" Type="http://schemas.openxmlformats.org/officeDocument/2006/relationships/slide" Target="slides/slide34.xml"/><Relationship Id="rId5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6b6c65c75ce2477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212d880d9d1432a" Type="http://schemas.openxmlformats.org/officeDocument/2006/relationships/notesMaster" Target="../notesMasters/notesMaster1.xml"/><Relationship Id="R9576cd6dc5654848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b1d7ea3eb7234546" Type="http://schemas.openxmlformats.org/officeDocument/2006/relationships/notesMaster" Target="../notesMasters/notesMaster1.xml"/><Relationship Id="Rce782bb41dfd4a4a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ea121dde8474ead" Type="http://schemas.openxmlformats.org/officeDocument/2006/relationships/slide" Target="../slides/slide3.xml"/><Relationship Id="R18a9a1a57f254a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29ad8c69c114726" Type="http://schemas.openxmlformats.org/officeDocument/2006/relationships/notesMaster" Target="../notesMasters/notesMaster1.xml"/><Relationship Id="R6b81e6d85bc145b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ab62dad53f3427a" Type="http://schemas.openxmlformats.org/officeDocument/2006/relationships/notesMaster" Target="../notesMasters/notesMaster1.xml"/><Relationship Id="R5b53c69fb96c4e4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a298ca697bde404f" Type="http://schemas.openxmlformats.org/officeDocument/2006/relationships/notesMaster" Target="../notesMasters/notesMaster1.xml"/><Relationship Id="Rbb23efef8d184b1f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7f11d0196fb54ac6" Type="http://schemas.openxmlformats.org/officeDocument/2006/relationships/slide" Target="../slides/slide7.xml"/><Relationship Id="R813a90c7edef41b6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5180521942c4679" Type="http://schemas.openxmlformats.org/officeDocument/2006/relationships/slide" Target="../slides/slide8.xml"/><Relationship Id="Rea7a93b17e6042a4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a854ae49af84439a" Type="http://schemas.openxmlformats.org/officeDocument/2006/relationships/slide" Target="../slides/slide9.xml"/><Relationship Id="Re32c85b9d5a8469c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6053590b537b45ee" Type="http://schemas.openxmlformats.org/officeDocument/2006/relationships/notesMaster" Target="../notesMasters/notesMaster1.xml"/><Relationship Id="Re5e6e1e0bbce49ca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2050a75a514460f" Type="http://schemas.openxmlformats.org/officeDocument/2006/relationships/slide" Target="../slides/slide11.xml"/><Relationship Id="R7f7ecdebe65a4f20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0632a3c9337484f" Type="http://schemas.openxmlformats.org/officeDocument/2006/relationships/notesMaster" Target="../notesMasters/notesMaster1.xml"/><Relationship Id="R123d00e0f5ab445a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5e0bae5caead41a4" Type="http://schemas.openxmlformats.org/officeDocument/2006/relationships/slide" Target="../slides/slide13.xml"/><Relationship Id="R8a7776a696e84bfe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e3b693d0bc0342d9" Type="http://schemas.openxmlformats.org/officeDocument/2006/relationships/notesMaster" Target="../notesMasters/notesMaster1.xml"/><Relationship Id="Re7dcaad98bdf4466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0b3cca6c5d014e3c" Type="http://schemas.openxmlformats.org/officeDocument/2006/relationships/slide" Target="../slides/slide15.xml"/><Relationship Id="Rd399d13bbb7b4f6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a96b6a16a1014b1d" Type="http://schemas.openxmlformats.org/officeDocument/2006/relationships/slide" Target="../slides/slide16.xml"/><Relationship Id="Re6db83679fca426e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069b2b1dfeb94c7c" Type="http://schemas.openxmlformats.org/officeDocument/2006/relationships/notesMaster" Target="../notesMasters/notesMaster1.xml"/><Relationship Id="Rfb6b015facd04816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80c6535a8fb243d5" Type="http://schemas.openxmlformats.org/officeDocument/2006/relationships/slide" Target="../slides/slide18.xml"/><Relationship Id="R9cec3f0844cc424f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55ed5b7b3304d47" Type="http://schemas.openxmlformats.org/officeDocument/2006/relationships/notesMaster" Target="../notesMasters/notesMaster1.xml"/><Relationship Id="R86362adb53fd4bf7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30734abda7fc411c" Type="http://schemas.openxmlformats.org/officeDocument/2006/relationships/notesMaster" Target="../notesMasters/notesMaster1.xml"/><Relationship Id="R481922a8cd3e4dfc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874773d4208741be" Type="http://schemas.openxmlformats.org/officeDocument/2006/relationships/notesMaster" Target="../notesMasters/notesMaster1.xml"/><Relationship Id="Rcb18dcf6423e42bd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18fc81440fd492b" Type="http://schemas.openxmlformats.org/officeDocument/2006/relationships/slide" Target="../slides/slide22.xml"/><Relationship Id="Rebfa8790b8e446ba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3edf7ac8b760445e" Type="http://schemas.openxmlformats.org/officeDocument/2006/relationships/slide" Target="../slides/slide23.xml"/><Relationship Id="Rd3cd37343f14400e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5f324653e02c4f8f" Type="http://schemas.openxmlformats.org/officeDocument/2006/relationships/notesMaster" Target="../notesMasters/notesMaster1.xml"/><Relationship Id="Rcf8cb3c20a6a49ec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a141d804e11a4866" Type="http://schemas.openxmlformats.org/officeDocument/2006/relationships/notesMaster" Target="../notesMasters/notesMaster1.xml"/><Relationship Id="Rf69a7295373f4e09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e24837f48e7c4540" Type="http://schemas.openxmlformats.org/officeDocument/2006/relationships/slide" Target="../slides/slide26.xml"/><Relationship Id="Rfbcaee48c1124104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177869834dda43c8" Type="http://schemas.openxmlformats.org/officeDocument/2006/relationships/notesMaster" Target="../notesMasters/notesMaster1.xml"/><Relationship Id="Rc5ef31d0d965444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ef02746770f847b1" Type="http://schemas.openxmlformats.org/officeDocument/2006/relationships/notesMaster" Target="../notesMasters/notesMaster1.xml"/><Relationship Id="Rf296257382b146a7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559a3360d59744bc" Type="http://schemas.openxmlformats.org/officeDocument/2006/relationships/notesMaster" Target="../notesMasters/notesMaster1.xml"/><Relationship Id="Rc68569176775417f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775b50d39db34a53" Type="http://schemas.openxmlformats.org/officeDocument/2006/relationships/slide" Target="../slides/slide30.xml"/><Relationship Id="Rbb1157aa80ca4a25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0b2f87730adf4281" Type="http://schemas.openxmlformats.org/officeDocument/2006/relationships/notesMaster" Target="../notesMasters/notesMaster1.xml"/><Relationship Id="R1b145ca61b2b4fc7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61170ee1fcfc4397" Type="http://schemas.openxmlformats.org/officeDocument/2006/relationships/notesMaster" Target="../notesMasters/notesMaster1.xml"/><Relationship Id="Rfae7da291a844ca1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13e6b61ddfc34f74" Type="http://schemas.openxmlformats.org/officeDocument/2006/relationships/slide" Target="../slides/slide38.xml"/><Relationship Id="R4e0a9a28a64e47a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407d24afe3ce4747" Type="http://schemas.openxmlformats.org/officeDocument/2006/relationships/notesMaster" Target="../notesMasters/notesMaster1.xml"/><Relationship Id="R64259d7adec14cae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06922919c15c4381" Type="http://schemas.openxmlformats.org/officeDocument/2006/relationships/notesMaster" Target="../notesMasters/notesMaster1.xml"/><Relationship Id="R0d2fd6392f5640ee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64253dd722974496" Type="http://schemas.openxmlformats.org/officeDocument/2006/relationships/slide" Target="../slides/slide41.xml"/><Relationship Id="Ra123654552034c0f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0100fc0bb154ba6" Type="http://schemas.openxmlformats.org/officeDocument/2006/relationships/notesMaster" Target="../notesMasters/notesMaster1.xml"/><Relationship Id="R77fc1ef3528a41ea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5a103075d73c40d9" Type="http://schemas.openxmlformats.org/officeDocument/2006/relationships/slide" Target="../slides/slide43.xml"/><Relationship Id="R6e2eb40c46cc4d0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7d6f27296a084b4d" Type="http://schemas.openxmlformats.org/officeDocument/2006/relationships/slide" Target="../slides/slide44.xml"/><Relationship Id="Ra53f82fc090b4d0c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3ec32e872d224ab1" Type="http://schemas.openxmlformats.org/officeDocument/2006/relationships/notesMaster" Target="../notesMasters/notesMaster1.xml"/><Relationship Id="Ra3ef47fd6ffa4be0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297109af80ac4e85" Type="http://schemas.openxmlformats.org/officeDocument/2006/relationships/slide" Target="../slides/slide46.xml"/><Relationship Id="R35a71326c7d74b26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4a69e512c36344c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ef7854f7e2247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5291eeb8c0a4f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c3d0ba804424e4b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031235bb1eb4de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f78e7c6983463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AD7913-6776-43AC-82D8-5C3F7DEE16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71A396-2E4D-4092-AE6F-EB8974AFF6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27FBB4-097C-4B54-8C5C-243E9FA0BF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45942D-30CE-42D9-9FCF-5515104B1E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3B0F882-2654-4271-8BED-6FBC8132A1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8E2C6B-DF5F-4F21-AEB1-F79F005038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6049B4A-9771-48BD-9931-CBA27D4FD0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8CA4DCB-F404-46E2-AAA5-A3F67788AE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2D1C3C1-5703-480F-B880-769B596088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A615FA-6522-4C9F-BC04-D1B3EA98B8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e1bd98e6a6f4892" Type="http://schemas.openxmlformats.org/officeDocument/2006/relationships/slideLayout" Target="../slideLayouts/slideLayout3.xml"/><Relationship Id="R5444fdaeba0643db" Type="http://schemas.openxmlformats.org/officeDocument/2006/relationships/theme" Target="theme/theme2.xml"/><Relationship Id="R733e7badb1914466" Type="http://schemas.openxmlformats.org/officeDocument/2006/relationships/slideLayout" Target="../slideLayouts/slideLayout2.xml"/><Relationship Id="R9813920c3eff4653" Type="http://schemas.openxmlformats.org/officeDocument/2006/relationships/slideLayout" Target="../slideLayouts/slideLayout6.xml"/><Relationship Id="Racdb42067b424acb" Type="http://schemas.openxmlformats.org/officeDocument/2006/relationships/slideLayout" Target="../slideLayouts/slideLayout1.xml"/><Relationship Id="Rcde19c441e974eb5" Type="http://schemas.openxmlformats.org/officeDocument/2006/relationships/slideLayout" Target="../slideLayouts/slideLayout5.xml"/><Relationship Id="Rfbddd170dd2c4887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db42067b424acb"/>
    <p:sldLayoutId xmlns:r="http://schemas.openxmlformats.org/officeDocument/2006/relationships" id="2147483650" r:id="R733e7badb1914466"/>
    <p:sldLayoutId xmlns:r="http://schemas.openxmlformats.org/officeDocument/2006/relationships" id="2147483651" r:id="R0e1bd98e6a6f4892"/>
    <p:sldLayoutId xmlns:r="http://schemas.openxmlformats.org/officeDocument/2006/relationships" id="2147483652" r:id="Rfbddd170dd2c4887"/>
    <p:sldLayoutId xmlns:r="http://schemas.openxmlformats.org/officeDocument/2006/relationships" id="2147483653" r:id="Rcde19c441e974eb5"/>
    <p:sldLayoutId xmlns:r="http://schemas.openxmlformats.org/officeDocument/2006/relationships" id="2147483654" r:id="R9813920c3eff46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7c54a217cba4ce1" Type="http://schemas.openxmlformats.org/officeDocument/2006/relationships/slideLayout" Target="../slideLayouts/slideLayout6.xml"/><Relationship Id="R6818056a25da4c91" Type="http://schemas.openxmlformats.org/officeDocument/2006/relationships/notesSlide" Target="../notesSlides/notesSlide1.xml"/><Relationship Id="Rd559813e37334d64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246574da35eb4120" Type="http://schemas.openxmlformats.org/officeDocument/2006/relationships/notesSlide" Target="../notesSlides/notesSlide2.xml"/><Relationship Id="Rc29501edcbb34efd" Type="http://schemas.openxmlformats.org/officeDocument/2006/relationships/slideLayout" Target="../slideLayouts/slideLayout6.xml"/><Relationship Id="Rda2907266e3447c8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0ef5bb62de474c2a" Type="http://schemas.openxmlformats.org/officeDocument/2006/relationships/image" Target="../media/image3.jpeg"/><Relationship Id="R87000197efc2455f" Type="http://schemas.openxmlformats.org/officeDocument/2006/relationships/slideLayout" Target="../slideLayouts/slideLayout6.xml"/><Relationship Id="Re631b6fc6ddb4d8f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8247ce1c91d463d" Type="http://schemas.openxmlformats.org/officeDocument/2006/relationships/image" Target="../media/image4.jpeg"/><Relationship Id="R658a09cde5324ce8" Type="http://schemas.openxmlformats.org/officeDocument/2006/relationships/slideLayout" Target="../slideLayouts/slideLayout6.xml"/><Relationship Id="Rc443c003c4214eb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2b37675c8c0482a" Type="http://schemas.openxmlformats.org/officeDocument/2006/relationships/notesSlide" Target="../notesSlides/notesSlide5.xml"/><Relationship Id="R9d707aa231be4e37" Type="http://schemas.openxmlformats.org/officeDocument/2006/relationships/image" Target="../media/image5.jpeg"/><Relationship Id="Rbac3f94a488041ff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04c0706c42944c74" Type="http://schemas.openxmlformats.org/officeDocument/2006/relationships/notesSlide" Target="../notesSlides/notesSlide6.xml"/><Relationship Id="R8905e0be242f4792" Type="http://schemas.openxmlformats.org/officeDocument/2006/relationships/image" Target="../media/image6.jpeg"/><Relationship Id="Rdaf49f9036ba498b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2955c2397b2b4763" Type="http://schemas.openxmlformats.org/officeDocument/2006/relationships/image" Target="../media/image7.jpeg"/><Relationship Id="Rabb1e742fcad4f9e" Type="http://schemas.openxmlformats.org/officeDocument/2006/relationships/slideLayout" Target="../slideLayouts/slideLayout6.xml"/><Relationship Id="Re341a0f6d3a546bb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1717e1ab547a490e" Type="http://schemas.openxmlformats.org/officeDocument/2006/relationships/notesSlide" Target="../notesSlides/notesSlide8.xml"/><Relationship Id="R3febf5a16c2d410c" Type="http://schemas.openxmlformats.org/officeDocument/2006/relationships/slideLayout" Target="../slideLayouts/slideLayout6.xml"/><Relationship Id="Rd00a27cbdfe64e27" Type="http://schemas.openxmlformats.org/officeDocument/2006/relationships/image" Target="../media/image8.jpeg"/></Relationships>
</file>

<file path=ppt/slides/_rels/slide9.xml.rels><?xml version='1.0' encoding='UTF-8' standalone='yes'?>
<Relationships xmlns="http://schemas.openxmlformats.org/package/2006/relationships"><Relationship Id="R790b54ddeb664e13" Type="http://schemas.openxmlformats.org/officeDocument/2006/relationships/notesSlide" Target="../notesSlides/notesSlide9.xml"/><Relationship Id="R836bb5e2cda84c5e" Type="http://schemas.openxmlformats.org/officeDocument/2006/relationships/slideLayout" Target="../slideLayouts/slideLayout6.xml"/><Relationship Id="Ref83e3d26dac48b6" Type="http://schemas.openxmlformats.org/officeDocument/2006/relationships/image" Target="../media/image9.jpeg"/></Relationships>
</file>

<file path=ppt/slides/_rels/slide10.xml.rels><?xml version='1.0' encoding='UTF-8' standalone='yes'?>
<Relationships xmlns="http://schemas.openxmlformats.org/package/2006/relationships"><Relationship Id="R554890fd031b4248" Type="http://schemas.openxmlformats.org/officeDocument/2006/relationships/image" Target="../media/image10.jpeg"/><Relationship Id="Rb4a183ff0b0b4bfb" Type="http://schemas.openxmlformats.org/officeDocument/2006/relationships/slideLayout" Target="../slideLayouts/slideLayout6.xml"/><Relationship Id="Rb7b9095674f5463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b221a9dec1f74a53" Type="http://schemas.openxmlformats.org/officeDocument/2006/relationships/notesSlide" Target="../notesSlides/notesSlide11.xml"/><Relationship Id="Rc5979ea59cc6488a" Type="http://schemas.openxmlformats.org/officeDocument/2006/relationships/image" Target="../media/image11.jpeg"/><Relationship Id="Rdb99fa1aa84341fc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18bc21fc40c94808" Type="http://schemas.openxmlformats.org/officeDocument/2006/relationships/image" Target="../media/image12.jpeg"/><Relationship Id="Ra85e757e02114772" Type="http://schemas.openxmlformats.org/officeDocument/2006/relationships/notesSlide" Target="../notesSlides/notesSlide12.xml"/><Relationship Id="Rb411eb7ee65c4a70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0cb1609050ee444f" Type="http://schemas.openxmlformats.org/officeDocument/2006/relationships/notesSlide" Target="../notesSlides/notesSlide13.xml"/><Relationship Id="R399f8cd97db242d7" Type="http://schemas.openxmlformats.org/officeDocument/2006/relationships/image" Target="../media/image13.jpeg"/><Relationship Id="Re08c71e2a3f84a8d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167591d47d914b7c" Type="http://schemas.openxmlformats.org/officeDocument/2006/relationships/image" Target="../media/image14.jpeg"/><Relationship Id="R2e42bbc0475b4975" Type="http://schemas.openxmlformats.org/officeDocument/2006/relationships/notesSlide" Target="../notesSlides/notesSlide14.xml"/><Relationship Id="R8921beb9de374504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647467df48d9425e" Type="http://schemas.openxmlformats.org/officeDocument/2006/relationships/notesSlide" Target="../notesSlides/notesSlide15.xml"/><Relationship Id="R6e33c0374d4240f0" Type="http://schemas.openxmlformats.org/officeDocument/2006/relationships/image" Target="../media/image15.jpeg"/><Relationship Id="R982c272f6af244a5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3cdff2abdb754b0a" Type="http://schemas.openxmlformats.org/officeDocument/2006/relationships/image" Target="../media/image16.jpeg"/><Relationship Id="Rcdca4740ae6c452d" Type="http://schemas.openxmlformats.org/officeDocument/2006/relationships/notesSlide" Target="../notesSlides/notesSlide16.xml"/><Relationship Id="Re44c1b410eb04677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78c4a69feb5a40c1" Type="http://schemas.openxmlformats.org/officeDocument/2006/relationships/notesSlide" Target="../notesSlides/notesSlide17.xml"/><Relationship Id="Ra02f786664af4796" Type="http://schemas.openxmlformats.org/officeDocument/2006/relationships/slideLayout" Target="../slideLayouts/slideLayout6.xml"/><Relationship Id="Rbec6e68a746a4172" Type="http://schemas.openxmlformats.org/officeDocument/2006/relationships/image" Target="../media/image17.jpeg"/></Relationships>
</file>

<file path=ppt/slides/_rels/slide18.xml.rels><?xml version='1.0' encoding='UTF-8' standalone='yes'?>
<Relationships xmlns="http://schemas.openxmlformats.org/package/2006/relationships"><Relationship Id="R1fe4181bae7044c7" Type="http://schemas.openxmlformats.org/officeDocument/2006/relationships/slideLayout" Target="../slideLayouts/slideLayout6.xml"/><Relationship Id="Rc6affc5761d0404e" Type="http://schemas.openxmlformats.org/officeDocument/2006/relationships/image" Target="../media/image18.jpeg"/><Relationship Id="Rcac3ff78cfae459c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a83063927b574057" Type="http://schemas.openxmlformats.org/officeDocument/2006/relationships/notesSlide" Target="../notesSlides/notesSlide19.xml"/><Relationship Id="Rec998947ad83471e" Type="http://schemas.openxmlformats.org/officeDocument/2006/relationships/image" Target="../media/image19.jpeg"/><Relationship Id="Rf4618824e0b74b42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a3b808fd7de24c6c" Type="http://schemas.openxmlformats.org/officeDocument/2006/relationships/image" Target="../media/image20.jpeg"/><Relationship Id="Ra4fb8e29f22945b5" Type="http://schemas.openxmlformats.org/officeDocument/2006/relationships/notesSlide" Target="../notesSlides/notesSlide20.xml"/><Relationship Id="Rdb5534dc5ba1492e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646da5a28e4a4826" Type="http://schemas.openxmlformats.org/officeDocument/2006/relationships/image" Target="../media/image21.jpeg"/><Relationship Id="R7b9ded3773604cf2" Type="http://schemas.openxmlformats.org/officeDocument/2006/relationships/notesSlide" Target="../notesSlides/notesSlide21.xml"/><Relationship Id="Re25c6491395444f4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03cdbf38cffd45da" Type="http://schemas.openxmlformats.org/officeDocument/2006/relationships/image" Target="../media/image22.jpeg"/><Relationship Id="R7a93a7794b0746c3" Type="http://schemas.openxmlformats.org/officeDocument/2006/relationships/notesSlide" Target="../notesSlides/notesSlide22.xml"/><Relationship Id="R92da508fab5e433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0f760f518e8e4c86" Type="http://schemas.openxmlformats.org/officeDocument/2006/relationships/image" Target="../media/image23.jpeg"/><Relationship Id="R44f6b778eee24a2f" Type="http://schemas.openxmlformats.org/officeDocument/2006/relationships/slideLayout" Target="../slideLayouts/slideLayout6.xml"/><Relationship Id="R62d9b6fe64564c6e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4ce8d87a96784a17" Type="http://schemas.openxmlformats.org/officeDocument/2006/relationships/slideLayout" Target="../slideLayouts/slideLayout6.xml"/><Relationship Id="R759d29db4078432a" Type="http://schemas.openxmlformats.org/officeDocument/2006/relationships/image" Target="../media/image24.jpeg"/><Relationship Id="R8e97fef204dc408e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8f1ecf02d1bc4098" Type="http://schemas.openxmlformats.org/officeDocument/2006/relationships/slideLayout" Target="../slideLayouts/slideLayout6.xml"/><Relationship Id="R8f7f0c54db2c497f" Type="http://schemas.openxmlformats.org/officeDocument/2006/relationships/notesSlide" Target="../notesSlides/notesSlide25.xml"/><Relationship Id="Rbc106d56792f498b" Type="http://schemas.openxmlformats.org/officeDocument/2006/relationships/image" Target="../media/image25.jpeg"/></Relationships>
</file>

<file path=ppt/slides/_rels/slide26.xml.rels><?xml version='1.0' encoding='UTF-8' standalone='yes'?>
<Relationships xmlns="http://schemas.openxmlformats.org/package/2006/relationships"><Relationship Id="R062612964bcc46b8" Type="http://schemas.openxmlformats.org/officeDocument/2006/relationships/image" Target="../media/image26.jpeg"/><Relationship Id="R44c0315973b74643" Type="http://schemas.openxmlformats.org/officeDocument/2006/relationships/notesSlide" Target="../notesSlides/notesSlide26.xml"/><Relationship Id="Ra6fd7178b36340b3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35c3acbbe30f47fb" Type="http://schemas.openxmlformats.org/officeDocument/2006/relationships/notesSlide" Target="../notesSlides/notesSlide27.xml"/><Relationship Id="Rb50ee5240be7418f" Type="http://schemas.openxmlformats.org/officeDocument/2006/relationships/image" Target="../media/image27.jpeg"/><Relationship Id="Rb915cb90415f49be" Type="http://schemas.openxmlformats.org/officeDocument/2006/relationships/slideLayout" Target="../slideLayouts/slideLayout6.xml"/><Relationship Id="rId4" Type="http://schemas.openxmlformats.org/officeDocument/2006/relationships/image" Target="../media/image16.jpeg"/></Relationships>
</file>

<file path=ppt/slides/_rels/slide28.xml.rels><?xml version='1.0' encoding='UTF-8' standalone='yes'?>
<Relationships xmlns="http://schemas.openxmlformats.org/package/2006/relationships"><Relationship Id="R08a519d2ca79462a" Type="http://schemas.openxmlformats.org/officeDocument/2006/relationships/notesSlide" Target="../notesSlides/notesSlide28.xml"/><Relationship Id="Rb5052d79e4d64950" Type="http://schemas.openxmlformats.org/officeDocument/2006/relationships/slideLayout" Target="../slideLayouts/slideLayout6.xml"/><Relationship Id="Rc256a2a90ad94790" Type="http://schemas.openxmlformats.org/officeDocument/2006/relationships/image" Target="../media/image28.jpeg"/><Relationship Id="rId4" Type="http://schemas.openxmlformats.org/officeDocument/2006/relationships/image" Target="../media/image16.jpeg"/></Relationships>
</file>

<file path=ppt/slides/_rels/slide29.xml.rels><?xml version='1.0' encoding='UTF-8' standalone='yes'?>
<Relationships xmlns="http://schemas.openxmlformats.org/package/2006/relationships"><Relationship Id="R41cc60b123af4167" Type="http://schemas.openxmlformats.org/officeDocument/2006/relationships/slideLayout" Target="../slideLayouts/slideLayout6.xml"/><Relationship Id="R555359d64a9d4008" Type="http://schemas.openxmlformats.org/officeDocument/2006/relationships/notesSlide" Target="../notesSlides/notesSlide29.xml"/><Relationship Id="R715a5ba3888540ad" Type="http://schemas.openxmlformats.org/officeDocument/2006/relationships/image" Target="../media/image29.jpeg"/><Relationship Id="rId4" Type="http://schemas.openxmlformats.org/officeDocument/2006/relationships/image" Target="../media/image16.jpeg"/></Relationships>
</file>

<file path=ppt/slides/_rels/slide30.xml.rels><?xml version='1.0' encoding='UTF-8' standalone='yes'?>
<Relationships xmlns="http://schemas.openxmlformats.org/package/2006/relationships"><Relationship Id="R116ca56db0f442dc" Type="http://schemas.openxmlformats.org/officeDocument/2006/relationships/notesSlide" Target="../notesSlides/notesSlide30.xml"/><Relationship Id="R1d598676f58a4f94" Type="http://schemas.openxmlformats.org/officeDocument/2006/relationships/slideLayout" Target="../slideLayouts/slideLayout6.xml"/><Relationship Id="R86ee3c95f4d94257" Type="http://schemas.openxmlformats.org/officeDocument/2006/relationships/image" Target="../media/image30.jpeg"/><Relationship Id="rId4" Type="http://schemas.openxmlformats.org/officeDocument/2006/relationships/image" Target="../media/image16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eg"/><Relationship Id="rId3" Type="http://schemas.openxmlformats.org/officeDocument/2006/relationships/notesSlide" Target="../notesSlides/notesSlide42.xml"/><Relationship Id="rId4" Type="http://schemas.openxmlformats.org/officeDocument/2006/relationships/image" Target="../media/image16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eg"/><Relationship Id="rId3" Type="http://schemas.openxmlformats.org/officeDocument/2006/relationships/notesSlide" Target="../notesSlides/notesSlide43.xml"/><Relationship Id="rId4" Type="http://schemas.openxmlformats.org/officeDocument/2006/relationships/image" Target="../media/image16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eg"/><Relationship Id="rId3" Type="http://schemas.openxmlformats.org/officeDocument/2006/relationships/notesSlide" Target="../notesSlides/notesSlide44.xml"/><Relationship Id="rId4" Type="http://schemas.openxmlformats.org/officeDocument/2006/relationships/image" Target="../media/image16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eg"/><Relationship Id="rId3" Type="http://schemas.openxmlformats.org/officeDocument/2006/relationships/notesSlide" Target="../notesSlides/notesSlide45.xml"/><Relationship Id="rId4" Type="http://schemas.openxmlformats.org/officeDocument/2006/relationships/image" Target="../media/image1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eg"/><Relationship Id="rId3" Type="http://schemas.openxmlformats.org/officeDocument/2006/relationships/notesSlide" Target="../notesSlides/notesSlide46.xml"/><Relationship Id="rId4" Type="http://schemas.openxmlformats.org/officeDocument/2006/relationships/image" Target="../media/image16.jpeg"/></Relationships>
</file>

<file path=ppt/slides/_rels/slide36.xml.rels><?xml version='1.0' encoding='UTF-8' standalone='yes'?>
<Relationships xmlns="http://schemas.openxmlformats.org/package/2006/relationships"><Relationship Id="R62bab99e98b34622" Type="http://schemas.openxmlformats.org/officeDocument/2006/relationships/image" Target="../media/image31.jpeg"/><Relationship Id="R83be5c82bd1f4422" Type="http://schemas.openxmlformats.org/officeDocument/2006/relationships/notesSlide" Target="../notesSlides/notesSlide31.xml"/><Relationship Id="Rf578f676c2874be8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4ec2a61936e84f31" Type="http://schemas.openxmlformats.org/officeDocument/2006/relationships/image" Target="../media/image32.jpeg"/><Relationship Id="R676687a8f9394a3f" Type="http://schemas.openxmlformats.org/officeDocument/2006/relationships/notesSlide" Target="../notesSlides/notesSlide32.xml"/><Relationship Id="R722d394fe7ee4ef8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e0d15dfc412e403e" Type="http://schemas.openxmlformats.org/officeDocument/2006/relationships/image" Target="../media/image33.jpeg"/><Relationship Id="Rf5fafda5982d4a26" Type="http://schemas.openxmlformats.org/officeDocument/2006/relationships/slideLayout" Target="../slideLayouts/slideLayout6.xml"/><Relationship Id="Rfcdaebc624d346af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58c4bc005cbb43ce" Type="http://schemas.openxmlformats.org/officeDocument/2006/relationships/notesSlide" Target="../notesSlides/notesSlide34.xml"/><Relationship Id="R70eb9391c1aa4851" Type="http://schemas.openxmlformats.org/officeDocument/2006/relationships/slideLayout" Target="../slideLayouts/slideLayout6.xml"/><Relationship Id="Rd59cdef7da564619" Type="http://schemas.openxmlformats.org/officeDocument/2006/relationships/image" Target="../media/image34.jpeg"/></Relationships>
</file>

<file path=ppt/slides/_rels/slide40.xml.rels><?xml version='1.0' encoding='UTF-8' standalone='yes'?>
<Relationships xmlns="http://schemas.openxmlformats.org/package/2006/relationships"><Relationship Id="R0acd067d6ab94a05" Type="http://schemas.openxmlformats.org/officeDocument/2006/relationships/image" Target="../media/image35.jpeg"/><Relationship Id="R222892ca415f4ed3" Type="http://schemas.openxmlformats.org/officeDocument/2006/relationships/notesSlide" Target="../notesSlides/notesSlide35.xml"/><Relationship Id="Re6ce6130b4d04af0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aec7f86780564401" Type="http://schemas.openxmlformats.org/officeDocument/2006/relationships/notesSlide" Target="../notesSlides/notesSlide36.xml"/><Relationship Id="Rafa17fad067948ba" Type="http://schemas.openxmlformats.org/officeDocument/2006/relationships/slideLayout" Target="../slideLayouts/slideLayout6.xml"/><Relationship Id="Rb7350a3bb1334826" Type="http://schemas.openxmlformats.org/officeDocument/2006/relationships/image" Target="../media/image36.jpeg"/></Relationships>
</file>

<file path=ppt/slides/_rels/slide42.xml.rels><?xml version='1.0' encoding='UTF-8' standalone='yes'?>
<Relationships xmlns="http://schemas.openxmlformats.org/package/2006/relationships"><Relationship Id="Rab8b736b1fa143f1" Type="http://schemas.openxmlformats.org/officeDocument/2006/relationships/notesSlide" Target="../notesSlides/notesSlide37.xml"/><Relationship Id="Re482d3439ab74c8d" Type="http://schemas.openxmlformats.org/officeDocument/2006/relationships/image" Target="../media/image37.jpeg"/><Relationship Id="Rffdc0f8c88984a5c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0f70e54208ff4100" Type="http://schemas.openxmlformats.org/officeDocument/2006/relationships/notesSlide" Target="../notesSlides/notesSlide38.xml"/><Relationship Id="R37e39f394ffb4f47" Type="http://schemas.openxmlformats.org/officeDocument/2006/relationships/slideLayout" Target="../slideLayouts/slideLayout6.xml"/><Relationship Id="Rbf3b4846b8804be4" Type="http://schemas.openxmlformats.org/officeDocument/2006/relationships/image" Target="../media/image38.jpeg"/></Relationships>
</file>

<file path=ppt/slides/_rels/slide44.xml.rels><?xml version='1.0' encoding='UTF-8' standalone='yes'?>
<Relationships xmlns="http://schemas.openxmlformats.org/package/2006/relationships"><Relationship Id="R9cda419cdb834124" Type="http://schemas.openxmlformats.org/officeDocument/2006/relationships/slideLayout" Target="../slideLayouts/slideLayout6.xml"/><Relationship Id="Ra2b2c3cbecd84237" Type="http://schemas.openxmlformats.org/officeDocument/2006/relationships/notesSlide" Target="../notesSlides/notesSlide39.xml"/><Relationship Id="Rf8535bacccbe4808" Type="http://schemas.openxmlformats.org/officeDocument/2006/relationships/image" Target="../media/image39.jpeg"/></Relationships>
</file>

<file path=ppt/slides/_rels/slide45.xml.rels><?xml version='1.0' encoding='UTF-8' standalone='yes'?>
<Relationships xmlns="http://schemas.openxmlformats.org/package/2006/relationships"><Relationship Id="R6947b36061994525" Type="http://schemas.openxmlformats.org/officeDocument/2006/relationships/slideLayout" Target="../slideLayouts/slideLayout6.xml"/><Relationship Id="R8a0f0673a83949ea" Type="http://schemas.openxmlformats.org/officeDocument/2006/relationships/notesSlide" Target="../notesSlides/notesSlide40.xml"/><Relationship Id="Rc355cc6444904164" Type="http://schemas.openxmlformats.org/officeDocument/2006/relationships/image" Target="../media/image40.jpeg"/></Relationships>
</file>

<file path=ppt/slides/_rels/slide46.xml.rels><?xml version='1.0' encoding='UTF-8' standalone='yes'?>
<Relationships xmlns="http://schemas.openxmlformats.org/package/2006/relationships"><Relationship Id="Ra4f84c1b60274ca9" Type="http://schemas.openxmlformats.org/officeDocument/2006/relationships/image" Target="../media/image41.jpeg"/><Relationship Id="Rb27ad93941274fbd" Type="http://schemas.openxmlformats.org/officeDocument/2006/relationships/notesSlide" Target="../notesSlides/notesSlide41.xml"/><Relationship Id="Rda25d5d551aa4a89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333DD-CA2F-4CF1-87F6-D843522C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DC7A3-9D13-4EB6-A264-7711E047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CD3D7-0DA5-4826-8AEC-DAE00922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E985E1-BD43-46F4-9969-4865235C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真面目で自分に厳しい人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74713-9777-451D-9BD5-B7690DE7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AA14B-1580-4712-AD1E-74607ADC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今日は、お仕事をしながら、ご主人と暮らす女性のお話です。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家にはヘルパーさんや訪問看護師さんも定期的に来られます。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83444-475C-403F-BF7E-B314E73BE9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9813e37334d6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1CD16-2433-4838-ABBC-FE8D646A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D8A39-5C7A-4EF9-9918-B824BC74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01 / 46</a:t>
            </a:r>
          </a:p>
        </p:txBody>
      </p:sp>
    </p:spTree>
    <p:extLst>
      <p:ext uri="{BB962C8B-B14F-4D97-AF65-F5344CB8AC3E}">
        <p14:creationId xmlns:p14="http://schemas.microsoft.com/office/powerpoint/2010/main" val="9513454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2C1AB-2006-42FA-A97F-AE01399B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1A0D2-C5E9-4DC6-9E2B-6AA9C96F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FD9AF-19F2-41A9-B8E1-149DA2A4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A7178-7595-4FD5-ACC9-FB725B64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真面目で自分に厳しい人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19C96-0312-4CE9-BD74-1446A524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789DE-8220-4881-AF37-CF2076FA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担当の先生はこの方を、「人には優しいのに、自分には厳しすぎる」と見ていました。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そんな方が、家の片付けで悩んでいたんです。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68C13-DE00-4A02-AA0A-6EA1CD52E6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907266e3447c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A20E0-6282-4BA6-B8C4-3A50D7C6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8BE3E5-287E-4400-B130-4D50E371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02 / 46</a:t>
            </a:r>
          </a:p>
        </p:txBody>
      </p:sp>
    </p:spTree>
    <p:extLst>
      <p:ext uri="{BB962C8B-B14F-4D97-AF65-F5344CB8AC3E}">
        <p14:creationId xmlns:p14="http://schemas.microsoft.com/office/powerpoint/2010/main" val="16319549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9971A-AF3F-4853-92B9-12C8CABB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81F47-4C9F-43F5-8804-D076A832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4A8F73-9D41-42E1-A897-CB6A1660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80407-4030-4CDC-A686-13EAC3AC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DEFE8-EFE8-4DAC-9835-A2DD069C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DF2BF-C4CD-4390-8F79-FF2340B7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金曜日の夜には「今週末こそ片付けよう」と決める。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でも土曜日の朝、積み上がった物を見ると、どこから手をつければいいか分からなくなる。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3F6A7-D95E-4438-9E25-793A36B878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5bb62de474c2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5E5C9-225B-429E-9106-6C6CF516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E2F4A9-ACB3-480F-9005-9BA5DCBC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03 / 46</a:t>
            </a:r>
          </a:p>
        </p:txBody>
      </p:sp>
    </p:spTree>
    <p:extLst>
      <p:ext uri="{BB962C8B-B14F-4D97-AF65-F5344CB8AC3E}">
        <p14:creationId xmlns:p14="http://schemas.microsoft.com/office/powerpoint/2010/main" val="9547690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88DA6-2D59-4DB3-A05A-CDC0AD20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F77E7-BE0C-4863-82DE-62DB1C42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D30F1-A167-4BE6-A487-66469FC9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2CC1D-592F-4A97-9B5A-EA420966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E5834-0EF9-4ECB-879E-1EE189BD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E35F4-28DA-43AD-842C-ED7F1D08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仕事で用事が重なった時のように、頭の中がいっぱいになるんです。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「また使うかも」と捨てる手が止まり、今週も動けなかったと自分を責める。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640D86-7FBE-4E27-9E38-5442D6D5DC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47ce1c91d463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52E0D-38E7-457A-B998-7264B128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E6510-C9F6-43FB-9210-58ECA732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04 / 46</a:t>
            </a:r>
          </a:p>
        </p:txBody>
      </p:sp>
    </p:spTree>
    <p:extLst>
      <p:ext uri="{BB962C8B-B14F-4D97-AF65-F5344CB8AC3E}">
        <p14:creationId xmlns:p14="http://schemas.microsoft.com/office/powerpoint/2010/main" val="8675240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E02A5-A268-483A-A022-361D02B8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47DB3-B1A3-40FA-A88F-DF4F8320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3F237-C3A2-413A-99F0-76483420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B89B1-358F-4613-AD4A-75F74B2B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51E0D-38E9-44DE-AE6A-2D5E2F64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1D349-D678-4CBB-8EFE-994E9703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片付けたい気持ちは、ちゃんとあったんです。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1C2E4-6C34-4E4A-8C8C-B58E48C88E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07aa231be4e3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1259F-B9C5-4A0D-8844-9A7CE0AB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01860B-A678-4E39-9784-42E74337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05 / 46</a:t>
            </a:r>
          </a:p>
        </p:txBody>
      </p:sp>
    </p:spTree>
    <p:extLst>
      <p:ext uri="{BB962C8B-B14F-4D97-AF65-F5344CB8AC3E}">
        <p14:creationId xmlns:p14="http://schemas.microsoft.com/office/powerpoint/2010/main" val="16736002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61795-085A-4ACB-AD30-9E59A62D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E8776-6CDB-4D94-8F6D-9E5B1579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7BFE9-225A-411D-B03F-19209720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2462B-2CFB-48DD-8E4D-5AED3561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三つのつまずき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5A6F-61FD-497E-A1FE-5609686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889C0-307C-4215-87C5-92899DE9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今日は、この方が片付けを始める前に、どこでつまずいていたのか。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そして、何を変えたから前へ進めたのか、三つに分けてお話しします。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16D959-D285-4A01-9FD5-63CFF77F02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5e0be242f479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671EE-72FF-4F75-AFA6-E44D4535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22D4C5-A398-4B53-B27C-91147516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06 / 46</a:t>
            </a:r>
          </a:p>
        </p:txBody>
      </p:sp>
    </p:spTree>
    <p:extLst>
      <p:ext uri="{BB962C8B-B14F-4D97-AF65-F5344CB8AC3E}">
        <p14:creationId xmlns:p14="http://schemas.microsoft.com/office/powerpoint/2010/main" val="6421706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C8C18-6DCD-45CD-9720-A05C1FD5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222EB-7D98-4A6D-94EA-BC9DE9FC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9C6CC-D00E-44F3-9408-508D9FD4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BBB5D-BDF6-4E29-9001-858DA17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0637F-FA39-444F-82E9-757EC536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B1000-30DF-451D-A2F6-33ECAB57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週末に気合いを入れれば、一気に片付くと思っていたことです。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85038-7860-42FE-A329-06137EE334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5c2397b2b476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2A52B-E1E9-42FE-9FC2-3C65FE01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06272-79A8-4613-AC15-322885C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07 / 46</a:t>
            </a:r>
          </a:p>
        </p:txBody>
      </p:sp>
    </p:spTree>
    <p:extLst>
      <p:ext uri="{BB962C8B-B14F-4D97-AF65-F5344CB8AC3E}">
        <p14:creationId xmlns:p14="http://schemas.microsoft.com/office/powerpoint/2010/main" val="17144236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4FA70C-9E8F-420F-8476-127F5083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832CC-F1CB-4ABA-BD98-BE057FDD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F4B74E-724A-4673-8973-69ADBFD1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705C5-3BBF-414F-BCEE-B698A3F1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EC8C5-E590-4617-B6BB-D04A7A79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558F6-481C-4704-880A-27783894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金曜の夜に決意するのは悪くありません。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でも、土曜の朝に部屋全体を見渡して「全部やらなきゃ」と思ったら、何を先にするか決めるだけで疲れてしまいます。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9E14E-1987-4A66-B6F8-09AF17B66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a27cbdfe64e2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94F75-5C5B-4F0E-B61C-FBAA6B45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3CB3E-6BCC-4C89-BA62-C69FDF4F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08 / 46</a:t>
            </a:r>
          </a:p>
        </p:txBody>
      </p:sp>
    </p:spTree>
    <p:extLst>
      <p:ext uri="{BB962C8B-B14F-4D97-AF65-F5344CB8AC3E}">
        <p14:creationId xmlns:p14="http://schemas.microsoft.com/office/powerpoint/2010/main" val="19511816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5DBCF8-13EB-4352-BBEA-51606D7D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D3407-570F-4741-A1F7-3059FF90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F385A-6789-476C-AC70-AAA8D7E2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41AB58-8940-41C2-BC83-6AA1315F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E5B35-7485-4186-8E20-0BB9C1E3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0EFFC-BC93-48CD-BA4C-FEC28735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そこで動けない自分を「怠けている」と責めたら、ますます始めにくくなりますよね。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83969-4083-423F-861C-88FB6F9674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3e3d26dac48b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EC2E5-488E-4215-A1D0-C55B33E3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187D93-39B9-4473-8805-14B05D9E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09 / 46</a:t>
            </a:r>
          </a:p>
        </p:txBody>
      </p:sp>
    </p:spTree>
    <p:extLst>
      <p:ext uri="{BB962C8B-B14F-4D97-AF65-F5344CB8AC3E}">
        <p14:creationId xmlns:p14="http://schemas.microsoft.com/office/powerpoint/2010/main" val="23078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568E55-2359-41A2-8045-E5B01DEA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1B2A4-35FA-49C3-B543-B492322F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7A223-41CB-431B-884E-09110AB4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BDFE5E-EADC-48B2-96F9-E127F700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75982-5F3C-4131-8BA5-88C7C22F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76AFE-4E5C-4158-814C-D713044D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真面目な方ほど、片付けにも満点を求めがちです。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でも大事なのは、気合いの量より順番です。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A30F2-D728-4F13-BF69-B8EFDEE7E9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890fd031b424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E5080-001D-4A46-B502-C48FC05F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11F2F-0FAE-4CED-9C05-D4D7952E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10 / 46</a:t>
            </a:r>
          </a:p>
        </p:txBody>
      </p:sp>
    </p:spTree>
    <p:extLst>
      <p:ext uri="{BB962C8B-B14F-4D97-AF65-F5344CB8AC3E}">
        <p14:creationId xmlns:p14="http://schemas.microsoft.com/office/powerpoint/2010/main" val="3915337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62B1DE-8B7F-462B-8428-91ABF026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C80CB-99AF-4B2E-806A-F062A04F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37C64-D0D8-465F-8C2C-7BD0B190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01282-0A6D-47BA-BB40-95C8B8C4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44D1D-E56B-4101-8AF9-37017AD2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CFD9B-64E9-41CB-A7B3-52A10E67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最初から部屋全部を相手にせず、今日扱う範囲を決める。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物を見て、残すか手放すかを一つずつ選ぶ。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653B2-39FD-49AD-B9CD-85DE1648FE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79ea59cc6488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5AE75-B748-454C-85A5-387F62E7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EF986-16B4-49DF-AB9A-82F18EAA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11 / 46</a:t>
            </a:r>
          </a:p>
        </p:txBody>
      </p:sp>
    </p:spTree>
    <p:extLst>
      <p:ext uri="{BB962C8B-B14F-4D97-AF65-F5344CB8AC3E}">
        <p14:creationId xmlns:p14="http://schemas.microsoft.com/office/powerpoint/2010/main" val="10015734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00B04-855B-4946-BF8D-401AEBE2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C918D-4C40-49FA-BE79-2BCA3F1E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559680-A43C-4665-9138-9D29986F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C41D3-D86F-4CE8-BA87-E5D07830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553CE-9B53-439F-AABB-4C7EA920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32167-7B16-4DD4-8178-A326CF35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まずはそこからです。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7471-2A5E-4AAC-B5AD-8A194E528C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c21fc40c9480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6E5A7-AE5B-47B3-BD49-304BEE74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BB59C-5434-45EA-ADCF-86857497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12 / 46</a:t>
            </a:r>
          </a:p>
        </p:txBody>
      </p:sp>
    </p:spTree>
    <p:extLst>
      <p:ext uri="{BB962C8B-B14F-4D97-AF65-F5344CB8AC3E}">
        <p14:creationId xmlns:p14="http://schemas.microsoft.com/office/powerpoint/2010/main" val="8027896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F552F-BD7E-4854-9EE6-242FFD00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E265C-37DE-4D27-ACE9-CE696EE9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2CB32-E53B-41BC-8983-EEA2CF01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B976E-435F-48CC-9358-AB343E4D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44FFB-55E6-4059-9703-CE54B07B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11C67-62DB-4BAE-864C-93AFAC04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たとえば「リビングを全部」ではなく、まず目の前の一つの箱。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その箱の中に何があるかを見て、今日使う物と、もう役目を終えた物を分ける。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E4104-1E9C-4F52-B073-84197383DB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f8cd97db242d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9BEFA-A589-4466-955A-DDBCD8F9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B95442-30A4-4C9B-B67F-0E0142E2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13 / 46</a:t>
            </a:r>
          </a:p>
        </p:txBody>
      </p:sp>
    </p:spTree>
    <p:extLst>
      <p:ext uri="{BB962C8B-B14F-4D97-AF65-F5344CB8AC3E}">
        <p14:creationId xmlns:p14="http://schemas.microsoft.com/office/powerpoint/2010/main" val="19091350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8E5D0-1E93-40BA-8B81-4916DB46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51C3F-83D0-4493-A9BC-8CC146C5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2AC44-6DFA-4147-9DA0-1999AE53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F5FED-38B2-4143-A86C-43D01521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9B275-C493-4D2E-B79D-1C97C48E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E8DF2B-EE9D-4B68-A5F6-D4454D88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小さく始めるのは甘えではありません。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次の行動が分かる形にするためです。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3B46A-EBA2-4FF7-90AA-7E0B1C1757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591d47d914b7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55C90C-B521-4E57-926E-3F6E2C13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0FB4F-B029-416D-828C-D7DE30F2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14 / 46</a:t>
            </a:r>
          </a:p>
        </p:txBody>
      </p:sp>
    </p:spTree>
    <p:extLst>
      <p:ext uri="{BB962C8B-B14F-4D97-AF65-F5344CB8AC3E}">
        <p14:creationId xmlns:p14="http://schemas.microsoft.com/office/powerpoint/2010/main" val="20643620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86B654-DA36-4507-B309-F0EE9E0C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B33A9-9491-4BB9-B062-940079D5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70492-150C-4AD5-A516-6573FAD8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92B48-3B26-448C-AAD1-93EC2A34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9443B-86AB-46D7-B782-DF7F6C4C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3A54D-37AD-41AD-9D85-8C5E7ECE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「また使うかも」のたびに、物を持つ基準を先送りしていたことです。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C686A-D053-4721-BA5B-A0FB66EBE8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3c0374d4240f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FABF4-9953-41C8-B69D-123F5318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492B1-8226-4541-A862-4255F3A5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15 / 46</a:t>
            </a:r>
          </a:p>
        </p:txBody>
      </p:sp>
    </p:spTree>
    <p:extLst>
      <p:ext uri="{BB962C8B-B14F-4D97-AF65-F5344CB8AC3E}">
        <p14:creationId xmlns:p14="http://schemas.microsoft.com/office/powerpoint/2010/main" val="8246846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00C99-1EDA-48D0-9673-83A9A8A5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99123-58E7-4E33-A921-F5E970D5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71F6F-4FC6-4F34-946E-28F4E8EE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00F2B-FC09-450B-B037-2E78A56E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42D73-8AD3-47F1-831A-1A58CA5A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635F2-4566-4E61-8DC9-F7F2D608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もったいないと思う気持ちを、私は責めません。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ただ、物を一つずつ眺めるだけでは、同じ種類の物を全部でいくつ持っているか分かりません。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19161-E20D-4A14-9D56-2335C00662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ff2abdb754b0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E72B8-780A-4F5F-93A1-E7EBC157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DACE7-9915-4136-8FEF-025E8CC5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16 / 46</a:t>
            </a:r>
          </a:p>
        </p:txBody>
      </p:sp>
    </p:spTree>
    <p:extLst>
      <p:ext uri="{BB962C8B-B14F-4D97-AF65-F5344CB8AC3E}">
        <p14:creationId xmlns:p14="http://schemas.microsoft.com/office/powerpoint/2010/main" val="8437862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5040D-B0FB-4EFF-A6C5-E3C89656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14FB3-8182-4408-93EC-E48F77D0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453B2-8629-4E24-A738-49FDDDA2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29036-FC62-4DA9-AAD9-ACC5D679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CCCD3-0067-4004-BA6D-551B3980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D9EA4-1B2E-4629-A603-C1035707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全量が見えないままなら、似た物をまた買ってしまうこともあります。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D0B52-DE5C-4911-94C0-AF1F0919CB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6e68a746a417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E8257-F64E-47E9-83B9-8DCC23B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501777-2B87-4D0F-9E90-A4E119C1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17 / 46</a:t>
            </a:r>
          </a:p>
        </p:txBody>
      </p:sp>
    </p:spTree>
    <p:extLst>
      <p:ext uri="{BB962C8B-B14F-4D97-AF65-F5344CB8AC3E}">
        <p14:creationId xmlns:p14="http://schemas.microsoft.com/office/powerpoint/2010/main" val="171296550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ED148-FE96-4E21-9106-E5C59FB0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3B9468-800F-4D09-9C17-CFBBD6DC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CFF1E-9C03-4B88-A615-8E8E1BBB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C7B8F-AE08-4FE7-9E30-2E192904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8AFBD-2D91-43A7-922A-5F214B84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F9416-CAA2-46F7-86A9-A6A86037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この方は後に、同じカテゴリーの物を集めて管理するようになりました。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すると「本当に必要？」と自分に聞けるようになり、特に100円ショップで余分な物を買わなくなったそうです。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9DC02-FB13-4886-88C7-E553215679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ffc5761d0404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80053-B065-4692-8E95-5F8C2322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E5058D-E1C0-472B-AFBC-35603838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18 / 46</a:t>
            </a:r>
          </a:p>
        </p:txBody>
      </p:sp>
    </p:spTree>
    <p:extLst>
      <p:ext uri="{BB962C8B-B14F-4D97-AF65-F5344CB8AC3E}">
        <p14:creationId xmlns:p14="http://schemas.microsoft.com/office/powerpoint/2010/main" val="16031605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68F73-EE28-4DC3-BEC7-C8C7A747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177BB-324D-4CD8-9514-189897A6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4E8D8-0CB8-4518-B116-7073B9CF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FCE51-AE98-4761-9402-EE9966F5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994A1-DD8D-46EC-9189-0F3D0952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358E3-B648-45E0-B137-0A7C1164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捨てる勇気だけでなく、選ぶ基準を持てたことが大きいんです。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71EF5-6D81-4D93-A6AF-278B69B10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98947ad83471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1FBA7-72AF-4563-87D1-07A9194F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DCEB3-1046-46D9-8244-1B8E6EAC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19 / 46</a:t>
            </a:r>
          </a:p>
        </p:txBody>
      </p:sp>
    </p:spTree>
    <p:extLst>
      <p:ext uri="{BB962C8B-B14F-4D97-AF65-F5344CB8AC3E}">
        <p14:creationId xmlns:p14="http://schemas.microsoft.com/office/powerpoint/2010/main" val="15229546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DE20C-79F3-44B4-94F5-9A5CBEA7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95C97-D427-4F18-B143-9AFEF488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694E9-59C0-4C05-A1CC-12A3031B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63514-A95E-40F3-8F18-6C80869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180AA-8B4F-4520-A76C-08C9499A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FEF65-EC78-4190-8F6D-A53CAE15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家にある物の量を知らないまま買い物をすれば、必要かどうかを判断する材料が足りません。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逆に全量が分かれば、「もう家にある」「この数で足りる」と決められます。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04CBB-5BCC-428A-9705-315B43E079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808fd7de24c6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D3439-87FC-42CA-AB95-0FF8F60D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6D9FD-0EA5-4CA3-AA23-0B8BA94E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20 / 46</a:t>
            </a:r>
          </a:p>
        </p:txBody>
      </p:sp>
    </p:spTree>
    <p:extLst>
      <p:ext uri="{BB962C8B-B14F-4D97-AF65-F5344CB8AC3E}">
        <p14:creationId xmlns:p14="http://schemas.microsoft.com/office/powerpoint/2010/main" val="6099146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96507-2840-44DE-9C4C-FE11F3BD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BA802-4BB4-445F-864F-8EAD5F57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825A7-BBEE-4E69-83FE-7B9B98ED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25B1C-DB9F-41F1-8EC1-8C27A854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A2F67-A470-44E7-A103-D4B55C98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C4835-128E-4306-82B6-EE4F44F2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片付けは、ただ減らす競争ではなく、自分の暮らしに必要な量を選び直すことなんです。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EFB6E0-4759-4FA8-8B82-679FF043F2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6da5a28e4a482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C72DC-30C3-47AD-9BAB-B4340087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4707E-5053-47B8-A763-25030495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21 / 46</a:t>
            </a:r>
          </a:p>
        </p:txBody>
      </p:sp>
    </p:spTree>
    <p:extLst>
      <p:ext uri="{BB962C8B-B14F-4D97-AF65-F5344CB8AC3E}">
        <p14:creationId xmlns:p14="http://schemas.microsoft.com/office/powerpoint/2010/main" val="11319189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FE782-6144-4483-AD33-26BD18D8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2DFF6-7CBA-4EFA-BD97-258C2CC1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68039-3250-40F2-B154-3820CE21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F9310-59F5-402C-BFE3-42E36244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645B4-94D2-4C8E-86E1-C0150051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DF2F0-8016-40BA-8819-AB68C4DA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片付けを、捨てる作業だけで終わるものと考えていたことです。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6EFE7-1B7C-4DBF-8F8A-EECD4B50FE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dbf38cffd45d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DC93F-E705-46B9-93F1-1697AF99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C8E69-3741-43B0-853D-C7130E7C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22 / 46</a:t>
            </a:r>
          </a:p>
        </p:txBody>
      </p:sp>
    </p:spTree>
    <p:extLst>
      <p:ext uri="{BB962C8B-B14F-4D97-AF65-F5344CB8AC3E}">
        <p14:creationId xmlns:p14="http://schemas.microsoft.com/office/powerpoint/2010/main" val="17276318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C919B5-702A-4161-8B8D-B1238F29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2C13F-4F33-464D-B65A-C4736D88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5A3F4-1708-4468-B10A-B9B09F35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A81D4-4999-4B1E-ABF2-A5EF7557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5E950-B66F-436E-941A-124A787C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B9F431-6136-42EF-9E40-B7C742C4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捨てれば一時的に空間はできます。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でも残した物の住所が決まらなければ、使った後にまた置き場所に迷います。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F458F-B988-4233-B556-ED319DB833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60f518e8e4c8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50DCD-0C1D-467B-B347-EECFF5F4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40E5B-6416-41D1-A5EC-A81F12CD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23 / 46</a:t>
            </a:r>
          </a:p>
        </p:txBody>
      </p:sp>
    </p:spTree>
    <p:extLst>
      <p:ext uri="{BB962C8B-B14F-4D97-AF65-F5344CB8AC3E}">
        <p14:creationId xmlns:p14="http://schemas.microsoft.com/office/powerpoint/2010/main" val="26154658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F77729-528E-45D4-B5DD-4199E837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9753C-029D-4F45-BD52-F6A74498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3E7033-0C0E-46CF-8E2B-BCEF953A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B1862-D7E2-4D79-905B-E12AD806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408D6-89CB-4D89-8A2D-E903E681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5780B-7D0F-4993-A054-1443B662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片付いた状態を続けるには、物を適正量にして、使いやすく整え、戻す行動までつなげる必要があります。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FB5F2-7CAF-42AB-B736-03CB8DD790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d29db4078432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B059F4-EFBA-479B-8EB1-26AB7442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87BC5-05AB-461C-BF0C-9F3FB9EC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24 / 46</a:t>
            </a:r>
          </a:p>
        </p:txBody>
      </p:sp>
    </p:spTree>
    <p:extLst>
      <p:ext uri="{BB962C8B-B14F-4D97-AF65-F5344CB8AC3E}">
        <p14:creationId xmlns:p14="http://schemas.microsoft.com/office/powerpoint/2010/main" val="163351246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2CCDBE-ECE1-4C7C-AD4A-6887D41C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2CDE4-6871-404C-B9C5-9821B9F7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9D564-E9C7-4F53-897E-D9BD4240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371DF-F08B-47E2-AB1F-0FDB972D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3D55AB-CE68-4987-9EAC-29B76CC5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A78E3-31AA-4862-9A28-852867B4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この三つは、順番を入れ替えるとうまくいきにくいんです。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量が多すぎるまま収納用品だけ増やしても、何をどこに置くか迷います。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1694E-F188-4A70-A80B-F7FD0FCFD8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06d56792f498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2806E-8579-43DA-995D-F2E94B8D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16EB4C-711B-4918-A4AA-E67E70F1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25 / 46</a:t>
            </a:r>
          </a:p>
        </p:txBody>
      </p:sp>
    </p:spTree>
    <p:extLst>
      <p:ext uri="{BB962C8B-B14F-4D97-AF65-F5344CB8AC3E}">
        <p14:creationId xmlns:p14="http://schemas.microsoft.com/office/powerpoint/2010/main" val="13927393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D4D5D-0D87-4542-AE3F-88C396D1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F0345-7E03-4283-A112-554F38D4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6A712-FDC2-490E-AA09-C9006CF2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97EF5-D37C-4325-994A-BE61D865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80ACD-5CDB-44BB-947B-956904FD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DD7A7-9D1B-4D00-9955-E6275E96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物を減らしただけで終われば、使うたびに散らかります。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だから、「減らす・整える・戻す」を一続きで考えるんです。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B343F5-D127-4D91-BD97-9AA213F229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612964bcc46b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9D369-CED2-4430-9D1B-223FCDCA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EB933C-2619-47CE-949D-1EEB24D5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26 / 46</a:t>
            </a:r>
          </a:p>
        </p:txBody>
      </p:sp>
    </p:spTree>
    <p:extLst>
      <p:ext uri="{BB962C8B-B14F-4D97-AF65-F5344CB8AC3E}">
        <p14:creationId xmlns:p14="http://schemas.microsoft.com/office/powerpoint/2010/main" val="116547388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6F846E-F9C8-4C11-A4AB-2915D7EE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69612-F1D2-43F4-89C0-67950E07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014FE-35F3-4871-B666-7B6852D2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BFB3E-5B95-4194-A1E8-FA1513CD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変えたのは、始め方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F6BC6-4473-4B00-8382-288EF7DB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67CC1-EC14-4D8D-9864-0045A88C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では、この方は何を変えたのか。</a:t>
            </a:r>
          </a:p>
          <a:p xmlns:a="http://schemas.openxmlformats.org/drawingml/2006/main">
            <a:pPr>
              <a:spcAft>
                <a:spcPts val="1400"/>
              </a:spcAft>
            </a:pPr>
            <a:r>
              <a:rPr sz="2100">
                <a:solidFill>
                  <a:srgbClr val="42484A"/>
                </a:solidFill>
                <a:latin typeface="Hiragino Sans"/>
              </a:rPr>
              <a:t>家中を一気に片付ける計画をやめました。</a:t>
            </a:r>
          </a:p>
          <a:p xmlns:a="http://schemas.openxmlformats.org/drawingml/2006/main">
            <a:pPr>
              <a:spcAft>
                <a:spcPts val="1400"/>
              </a:spcAft>
            </a:pPr>
            <a:r>
              <a:rPr sz="2100">
                <a:solidFill>
                  <a:srgbClr val="42484A"/>
                </a:solidFill>
                <a:latin typeface="Hiragino Sans"/>
              </a:rPr>
              <a:t>今日はここだけ、と決めたんです。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FCBAB-D080-460E-BB48-10A459D6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5FF44-408F-49F1-929C-27CD789D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27 / 46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418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5E669-630A-4B20-8BFE-E45C98A3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CE6D6-390E-43C2-96BD-65129085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61631-D674-4212-B670-738FBD7D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43837-B33F-4789-B32D-A8F265B0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始める場所を決める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89758-B2FC-40A9-97D0-35151669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6AE2C-0DBA-4E28-A71E-BD26ADA7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たとえば、土曜の朝は目の前の一箱から。</a:t>
            </a:r>
          </a:p>
          <a:p xmlns:a="http://schemas.openxmlformats.org/drawingml/2006/main">
            <a:pPr>
              <a:spcAft>
                <a:spcPts val="0"/>
              </a:spcAft>
            </a:pPr>
            <a:r>
              <a:rPr sz="2100">
                <a:solidFill>
                  <a:srgbClr val="42484A"/>
                </a:solidFill>
                <a:latin typeface="Hiragino Sans"/>
              </a:rPr>
              <a:t>始める場所が決まっていれば、物の山を前にして迷う時間を減らせます。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28730-C171-4608-98E6-044C6C1E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93825-6B43-454E-8321-5EED48B8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28 / 46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8940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13DD8-2E59-429E-83A7-16C1264B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93363-5548-4A5C-B399-A796FEB6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163D4-B5A3-4F20-A8E8-A35AABB9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721E25-2C23-436B-B086-B2D72A03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人の力を借りる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7ABDBD-EAAF-46FC-9D89-443612BE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30A04-B5DB-4A96-AB26-97AEB7E0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もう一つは、続けるために人の力を借りたことです。</a:t>
            </a:r>
          </a:p>
          <a:p xmlns:a="http://schemas.openxmlformats.org/drawingml/2006/main">
            <a:pPr>
              <a:spcAft>
                <a:spcPts val="0"/>
              </a:spcAft>
            </a:pPr>
            <a:r>
              <a:rPr sz="2100">
                <a:solidFill>
                  <a:srgbClr val="42484A"/>
                </a:solidFill>
                <a:latin typeface="Hiragino Sans"/>
              </a:rPr>
              <a:t>「片付けに仲間なんて必要？」と思うかもしれません。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13061-0AF2-4DC3-9B0E-DD6D9087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67B38-CC5C-4383-BA4C-C61BEECE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29 / 46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48607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0881A-B65B-406B-AAB6-29C400C2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132F1-E15F-44BA-B6AB-D215BD8F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2DE3CE-58EC-4D27-ABA4-84BEFF9C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EC597-BBB2-4D32-A53F-CBBD2853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仲間が効く理由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8ECFC-50A7-4106-9C58-3DA1D65B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0BD6B-CA86-4AE7-A167-DF4D4E10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でも、受験勉強も一緒に頑張る友人がいると、机に向かいやすくなりますよね。</a:t>
            </a:r>
          </a:p>
          <a:p xmlns:a="http://schemas.openxmlformats.org/drawingml/2006/main">
            <a:pPr>
              <a:spcAft>
                <a:spcPts val="0"/>
              </a:spcAft>
            </a:pPr>
            <a:r>
              <a:rPr sz="2100">
                <a:solidFill>
                  <a:srgbClr val="42484A"/>
                </a:solidFill>
                <a:latin typeface="Hiragino Sans"/>
              </a:rPr>
              <a:t>片付けも同じです。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5C6F-9C3A-470A-B07D-831822BB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B64545-4D45-45B1-B30E-DDBA17B2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30 / 46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947167"/>
      </p:ext>
    </p:extLst>
  </p:cSld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">
            <a:extLst>
              <a:ext uri="{FF2B5EF4-FFF2-40B4-BE49-F238E27FC236}">
                <a16:creationId xmlns:a16="http://schemas.microsoft.com/office/drawing/2014/main" id="{3980881A-B65B-406B-AAB6-29C400C224F1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8611"/>
          </a:bodyPr>
          <a:lstStyle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2C132F1-E15F-44BA-B6AB-D215BD8F1244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5833"/>
          </a:bodyPr>
          <a:lstStyle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4D2DE3CE-58EC-4D27-ABA4-84BEFF9C3D99}"/>
              </a:ext>
            </a:extLst>
          </p:cNvPr>
          <p:cNvSpPr>
            <a:spLocks noGrp="1"/>
          </p:cNvSpPr>
          <p:nvPr/>
        </p:nvSpPr>
        <p:spPr>
          <a:xfrm>
            <a:off x="609600" y="1209675"/>
            <a:ext cx="685800" cy="57150"/>
          </a:xfrm>
          <a:prstGeom prst="rect">
            <a:avLst/>
          </a:prstGeom>
          <a:solidFill>
            <a:srgbClr val="55AFA9"/>
          </a:soli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a16:creationId xmlns:a16="http://schemas.microsoft.com/office/drawing/2014/main" id="{BA5EC597-BBB2-4D32-A53F-CBBD28530D3A}"/>
              </a:ext>
            </a:extLst>
          </p:cNvPr>
          <p:cNvSpPr>
            <a:spLocks noGrp="1"/>
          </p:cNvSpPr>
          <p:nvPr/>
        </p:nvSpPr>
        <p:spPr>
          <a:xfrm>
            <a:off x="609600" y="1419225"/>
            <a:ext cx="58102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100000"/>
          </a:bodyPr>
          <a:lstStyle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身近な約束から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968ECFC-50A7-4106-9C58-3DA1D65B9822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1295400" cy="104775"/>
          </a:xfrm>
          <a:prstGeom prst="rect">
            <a:avLst/>
          </a:prstGeom>
          <a:solidFill>
            <a:srgbClr val="F5EEAD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a16:creationId xmlns:a16="http://schemas.microsoft.com/office/drawing/2014/main" id="{69A0BD6B-CA86-4AE7-A167-DF4D4E10920B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5810250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rmAutofit fontScale="100000"/>
          </a:bodyPr>
          <a:lstStyle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spcAft>
                <a:spcPts val="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友人と15分だけ時間を合わせるなど、身近な形で始められます。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F0665C6F-9C3A-470A-B07D-831822BBBC33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914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556"/>
          </a:bodyPr>
          <a:lstStyle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CB64545-4D45-45B1-B30E-DDBA17B27CF6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000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196"/>
          </a:bodyPr>
          <a:lstStyle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31 / 46</a:t>
            </a:r>
          </a:p>
        </p:txBody>
      </p:sp>
      <p:pic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">
            <a:extLst>
              <a:ext uri="{FF2B5EF4-FFF2-40B4-BE49-F238E27FC236}">
                <a16:creationId xmlns:a16="http://schemas.microsoft.com/office/drawing/2014/main" id="{3980881A-B65B-406B-AAB6-29C400C224F1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8611"/>
          </a:bodyPr>
          <a:lstStyle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2C132F1-E15F-44BA-B6AB-D215BD8F1244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5833"/>
          </a:bodyPr>
          <a:lstStyle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4D2DE3CE-58EC-4D27-ABA4-84BEFF9C3D99}"/>
              </a:ext>
            </a:extLst>
          </p:cNvPr>
          <p:cNvSpPr>
            <a:spLocks noGrp="1"/>
          </p:cNvSpPr>
          <p:nvPr/>
        </p:nvSpPr>
        <p:spPr>
          <a:xfrm>
            <a:off x="609600" y="1209675"/>
            <a:ext cx="685800" cy="57150"/>
          </a:xfrm>
          <a:prstGeom prst="rect">
            <a:avLst/>
          </a:prstGeom>
          <a:solidFill>
            <a:srgbClr val="55AFA9"/>
          </a:soli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a16:creationId xmlns:a16="http://schemas.microsoft.com/office/drawing/2014/main" id="{BA5EC597-BBB2-4D32-A53F-CBBD28530D3A}"/>
              </a:ext>
            </a:extLst>
          </p:cNvPr>
          <p:cNvSpPr>
            <a:spLocks noGrp="1"/>
          </p:cNvSpPr>
          <p:nvPr/>
        </p:nvSpPr>
        <p:spPr>
          <a:xfrm>
            <a:off x="609600" y="1419225"/>
            <a:ext cx="58102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100000"/>
          </a:bodyPr>
          <a:lstStyle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一緒に手を動かした日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968ECFC-50A7-4106-9C58-3DA1D65B9822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1295400" cy="104775"/>
          </a:xfrm>
          <a:prstGeom prst="rect">
            <a:avLst/>
          </a:prstGeom>
          <a:solidFill>
            <a:srgbClr val="F5EEAD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a16:creationId xmlns:a16="http://schemas.microsoft.com/office/drawing/2014/main" id="{69A0BD6B-CA86-4AE7-A167-DF4D4E10920B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5810250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rmAutofit fontScale="100000"/>
          </a:bodyPr>
          <a:lstStyle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spcAft>
                <a:spcPts val="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この方も、誰かと一緒に手を動かした日に60個を手放し、「私にもできそう」と感じたそうです。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F0665C6F-9C3A-470A-B07D-831822BBBC33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914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556"/>
          </a:bodyPr>
          <a:lstStyle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CB64545-4D45-45B1-B30E-DDBA17B27CF6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000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196"/>
          </a:bodyPr>
          <a:lstStyle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32 / 46</a:t>
            </a:r>
          </a:p>
        </p:txBody>
      </p:sp>
      <p:pic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">
            <a:extLst>
              <a:ext uri="{FF2B5EF4-FFF2-40B4-BE49-F238E27FC236}">
                <a16:creationId xmlns:a16="http://schemas.microsoft.com/office/drawing/2014/main" id="{3980881A-B65B-406B-AAB6-29C400C224F1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8611"/>
          </a:bodyPr>
          <a:lstStyle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2C132F1-E15F-44BA-B6AB-D215BD8F1244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5833"/>
          </a:bodyPr>
          <a:lstStyle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4D2DE3CE-58EC-4D27-ABA4-84BEFF9C3D99}"/>
              </a:ext>
            </a:extLst>
          </p:cNvPr>
          <p:cNvSpPr>
            <a:spLocks noGrp="1"/>
          </p:cNvSpPr>
          <p:nvPr/>
        </p:nvSpPr>
        <p:spPr>
          <a:xfrm>
            <a:off x="609600" y="1209675"/>
            <a:ext cx="685800" cy="57150"/>
          </a:xfrm>
          <a:prstGeom prst="rect">
            <a:avLst/>
          </a:prstGeom>
          <a:solidFill>
            <a:srgbClr val="55AFA9"/>
          </a:soli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a16:creationId xmlns:a16="http://schemas.microsoft.com/office/drawing/2014/main" id="{BA5EC597-BBB2-4D32-A53F-CBBD28530D3A}"/>
              </a:ext>
            </a:extLst>
          </p:cNvPr>
          <p:cNvSpPr>
            <a:spLocks noGrp="1"/>
          </p:cNvSpPr>
          <p:nvPr/>
        </p:nvSpPr>
        <p:spPr>
          <a:xfrm>
            <a:off x="609600" y="1419225"/>
            <a:ext cx="58102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100000"/>
          </a:bodyPr>
          <a:lstStyle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続ける機会をつくる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968ECFC-50A7-4106-9C58-3DA1D65B9822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1295400" cy="104775"/>
          </a:xfrm>
          <a:prstGeom prst="rect">
            <a:avLst/>
          </a:prstGeom>
          <a:solidFill>
            <a:srgbClr val="F5EEAD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a16:creationId xmlns:a16="http://schemas.microsoft.com/office/drawing/2014/main" id="{69A0BD6B-CA86-4AE7-A167-DF4D4E10920B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5810250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rmAutofit fontScale="100000"/>
          </a:bodyPr>
          <a:lstStyle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spcAft>
                <a:spcPts val="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その後も人と作業する機会を使いながら、ほぼ毎日続けました。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F0665C6F-9C3A-470A-B07D-831822BBBC33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914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556"/>
          </a:bodyPr>
          <a:lstStyle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CB64545-4D45-45B1-B30E-DDBA17B27CF6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000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196"/>
          </a:bodyPr>
          <a:lstStyle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33 / 46</a:t>
            </a:r>
          </a:p>
        </p:txBody>
      </p:sp>
      <p:pic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">
            <a:extLst>
              <a:ext uri="{FF2B5EF4-FFF2-40B4-BE49-F238E27FC236}">
                <a16:creationId xmlns:a16="http://schemas.microsoft.com/office/drawing/2014/main" id="{3980881A-B65B-406B-AAB6-29C400C224F1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8611"/>
          </a:bodyPr>
          <a:lstStyle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2C132F1-E15F-44BA-B6AB-D215BD8F1244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5833"/>
          </a:bodyPr>
          <a:lstStyle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4D2DE3CE-58EC-4D27-ABA4-84BEFF9C3D99}"/>
              </a:ext>
            </a:extLst>
          </p:cNvPr>
          <p:cNvSpPr>
            <a:spLocks noGrp="1"/>
          </p:cNvSpPr>
          <p:nvPr/>
        </p:nvSpPr>
        <p:spPr>
          <a:xfrm>
            <a:off x="609600" y="1209675"/>
            <a:ext cx="685800" cy="57150"/>
          </a:xfrm>
          <a:prstGeom prst="rect">
            <a:avLst/>
          </a:prstGeom>
          <a:solidFill>
            <a:srgbClr val="55AFA9"/>
          </a:soli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a16:creationId xmlns:a16="http://schemas.microsoft.com/office/drawing/2014/main" id="{BA5EC597-BBB2-4D32-A53F-CBBD28530D3A}"/>
              </a:ext>
            </a:extLst>
          </p:cNvPr>
          <p:cNvSpPr>
            <a:spLocks noGrp="1"/>
          </p:cNvSpPr>
          <p:nvPr/>
        </p:nvSpPr>
        <p:spPr>
          <a:xfrm>
            <a:off x="609600" y="1419225"/>
            <a:ext cx="58102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100000"/>
          </a:bodyPr>
          <a:lstStyle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数字より大きな変化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968ECFC-50A7-4106-9C58-3DA1D65B9822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1295400" cy="104775"/>
          </a:xfrm>
          <a:prstGeom prst="rect">
            <a:avLst/>
          </a:prstGeom>
          <a:solidFill>
            <a:srgbClr val="F5EEAD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a16:creationId xmlns:a16="http://schemas.microsoft.com/office/drawing/2014/main" id="{69A0BD6B-CA86-4AE7-A167-DF4D4E10920B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5810250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rmAutofit fontScale="100000"/>
          </a:bodyPr>
          <a:lstStyle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spcAft>
                <a:spcPts val="140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私が伝えたいのは、「60個捨てたから成功」ではないことです。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42484A"/>
                </a:solidFill>
                <a:latin typeface="Hiragino Sans"/>
              </a:rPr>
              <a:t>範囲を決め、人と始める約束をする。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42484A"/>
                </a:solidFill>
                <a:latin typeface="Hiragino Sans"/>
              </a:rPr>
              <a:t>翌日も続ける。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F0665C6F-9C3A-470A-B07D-831822BBBC33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914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556"/>
          </a:bodyPr>
          <a:lstStyle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CB64545-4D45-45B1-B30E-DDBA17B27CF6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000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196"/>
          </a:bodyPr>
          <a:lstStyle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34 / 46</a:t>
            </a:r>
          </a:p>
        </p:txBody>
      </p:sp>
      <p:pic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">
            <a:extLst>
              <a:ext uri="{FF2B5EF4-FFF2-40B4-BE49-F238E27FC236}">
                <a16:creationId xmlns:a16="http://schemas.microsoft.com/office/drawing/2014/main" id="{3980881A-B65B-406B-AAB6-29C400C224F1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8611"/>
          </a:bodyPr>
          <a:lstStyle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2C132F1-E15F-44BA-B6AB-D215BD8F1244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5833"/>
          </a:bodyPr>
          <a:lstStyle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4D2DE3CE-58EC-4D27-ABA4-84BEFF9C3D99}"/>
              </a:ext>
            </a:extLst>
          </p:cNvPr>
          <p:cNvSpPr>
            <a:spLocks noGrp="1"/>
          </p:cNvSpPr>
          <p:nvPr/>
        </p:nvSpPr>
        <p:spPr>
          <a:xfrm>
            <a:off x="609600" y="1209675"/>
            <a:ext cx="685800" cy="57150"/>
          </a:xfrm>
          <a:prstGeom prst="rect">
            <a:avLst/>
          </a:prstGeom>
          <a:solidFill>
            <a:srgbClr val="55AFA9"/>
          </a:soli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a16:creationId xmlns:a16="http://schemas.microsoft.com/office/drawing/2014/main" id="{BA5EC597-BBB2-4D32-A53F-CBBD28530D3A}"/>
              </a:ext>
            </a:extLst>
          </p:cNvPr>
          <p:cNvSpPr>
            <a:spLocks noGrp="1"/>
          </p:cNvSpPr>
          <p:nvPr/>
        </p:nvSpPr>
        <p:spPr>
          <a:xfrm>
            <a:off x="609600" y="1419225"/>
            <a:ext cx="58102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100000"/>
          </a:bodyPr>
          <a:lstStyle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今日の一歩を積む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968ECFC-50A7-4106-9C58-3DA1D65B9822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1295400" cy="104775"/>
          </a:xfrm>
          <a:prstGeom prst="rect">
            <a:avLst/>
          </a:prstGeom>
          <a:solidFill>
            <a:srgbClr val="F5EEAD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a16:creationId xmlns:a16="http://schemas.microsoft.com/office/drawing/2014/main" id="{69A0BD6B-CA86-4AE7-A167-DF4D4E10920B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5810250" cy="3524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rmAutofit fontScale="100000"/>
          </a:bodyPr>
          <a:lstStyle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spcAft>
                <a:spcPts val="0"/>
              </a:spcAft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>
                <a:solidFill>
                  <a:srgbClr val="42484A"/>
                </a:solidFill>
                <a:latin typeface="Hiragino Sans"/>
              </a:rPr>
              <a:t>自分を責めて止まっていた週末から、今日の一歩を積む習慣へ変わったんです。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F0665C6F-9C3A-470A-B07D-831822BBBC33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9144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556"/>
          </a:bodyPr>
          <a:lstStyle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ECB64545-4D45-45B1-B30E-DDBA17B27CF6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000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0196"/>
          </a:bodyPr>
          <a:lstStyle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>
            <a:r>
              <a:t>35 / 46</a:t>
            </a:r>
          </a:p>
        </p:txBody>
      </p:sp>
      <p:pic>
        <p:nvPicPr>
          <p:cNvPr id="11" name="Picture 10" descr="image.jpeg"/>
          <p:cNvPicPr>
            <a:picLocks noChangeAspect="1"/>
          </p:cNvPicPr>
          <p:nvPr/>
        </p:nvPicPr>
        <p:blipFill>
          <a:blip r:embed="rId4"/>
          <a:srcRect l="11700" r="11700"/>
          <a:stretch>
            <a:fillRect/>
          </a:stretch>
        </p:blipFill>
        <p:spPr>
          <a:xfrm>
            <a:off x="6800850" y="1190625"/>
            <a:ext cx="4762500" cy="466725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9ADE9-EC1E-4CFD-9246-7A519F5F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4B925-926F-4103-B521-B71BCC9E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A5827-1949-4AAF-B542-7692493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785797-2C35-4F38-A882-ED4552B7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暮らしに起きた変化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3E0F7-C455-4E52-AC93-9AA039E7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82678F-5C34-4452-BC80-DE850489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変わったのは、捨てるハードルだけではありません。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物を買う前に必要か考え、同じ種類の物の全量を見て、置き場所を考えるようになった。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6331B-6A8F-4D6D-B6BC-6E0E82CCD5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ab99e98b3462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77BB9-89CF-4BA9-BE31-2D47A2CF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349C8-0447-4197-BE7B-5A9D268C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36 / 46</a:t>
            </a:r>
          </a:p>
        </p:txBody>
      </p:sp>
    </p:spTree>
    <p:extLst>
      <p:ext uri="{BB962C8B-B14F-4D97-AF65-F5344CB8AC3E}">
        <p14:creationId xmlns:p14="http://schemas.microsoft.com/office/powerpoint/2010/main" val="149378294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32AA3-1FC1-4BA6-BBE3-2E706AEE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ADA1A-FAB2-407F-9EF2-84EE1A8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81AF23-75A8-4A81-89BC-F52DAEFA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4ADDE-D52B-416C-8872-AF5DF00A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暮らしに起きた変化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B82F0-913F-43BA-A49A-9E0A0CA6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EB060-2072-460C-BF7C-A8C7DD2E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さらに仕事でも「この作業は今必要？」と問い、優先順位をつけやすくなってきたそうです。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6CBD9-A6F9-4697-999A-195220C405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2a61936e84f3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7FC72-5036-4C7A-9A78-9A09B145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EB258-3664-4782-B1E1-860F7492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37 / 46</a:t>
            </a:r>
          </a:p>
        </p:txBody>
      </p:sp>
    </p:spTree>
    <p:extLst>
      <p:ext uri="{BB962C8B-B14F-4D97-AF65-F5344CB8AC3E}">
        <p14:creationId xmlns:p14="http://schemas.microsoft.com/office/powerpoint/2010/main" val="144266891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72B3FD-0333-4384-99E5-475DACB7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82632-F2BF-45F5-88C3-C94598FD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F7970-977A-4146-9C6B-C0C7DC7C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68A77-5E08-4297-913A-BCFFEA99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A5EAC-FFBA-429A-BE67-6D6FDE3F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53CFD-6100-4780-B441-1FCF0DA8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ここが私は好きなんです。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家で物を選ぶ時に使った問いが、仕事の用事を選ぶ時にも使えるようになった。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2FB97-B79E-40B8-9E26-B9273D20E3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15dfc412e403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B057D-6CFF-483E-A6F4-ED16F560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5E554-D04F-4659-8A0F-1FD0CE17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38 / 46</a:t>
            </a:r>
          </a:p>
        </p:txBody>
      </p:sp>
    </p:spTree>
    <p:extLst>
      <p:ext uri="{BB962C8B-B14F-4D97-AF65-F5344CB8AC3E}">
        <p14:creationId xmlns:p14="http://schemas.microsoft.com/office/powerpoint/2010/main" val="42773508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E5C03-8AAD-4C15-B463-C9E54406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A32FF-6E8B-41B9-A629-AF3D6BB5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FEDC6-3381-4450-B441-3FF4CA34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22BEA-5573-41CF-94C4-D2501D4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EE51E-5DBC-4E6C-B768-85DA40F6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B72CD-EF06-4F43-85E2-09531366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本人が、暮らしの中で考え方の変化を感じているんですね。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もちろん、誰もが同じように仕事まで変わるとは言いません。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7C3FE-04E6-4F60-A983-A5C3A06B49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def7da56461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09A5E-1BEF-4A2F-950B-802A53E4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2BB38-07FD-4D78-858B-07531B64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39 / 46</a:t>
            </a:r>
          </a:p>
        </p:txBody>
      </p:sp>
    </p:spTree>
    <p:extLst>
      <p:ext uri="{BB962C8B-B14F-4D97-AF65-F5344CB8AC3E}">
        <p14:creationId xmlns:p14="http://schemas.microsoft.com/office/powerpoint/2010/main" val="24413888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0C0C2-1373-4D5C-A691-D0323E64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DDE74-D7FC-4740-AD7E-522F4CB1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F2AB8-2D94-4D5C-97D9-73C1FA2C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A0172-5CD5-4FD5-B712-6F7D05F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DCC73-F1D3-4905-9682-5DE5B095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65D07-A854-46EB-8E4F-BCD787D6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この方が実際に感じた変化なんです。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D3ACB-869A-4DCE-BC36-6511F401AC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d067d6ab94a0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20642-2943-42A2-B8DF-14C7E936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0D812-CD46-4620-9D38-285A32BC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40 / 46</a:t>
            </a:r>
          </a:p>
        </p:txBody>
      </p:sp>
    </p:spTree>
    <p:extLst>
      <p:ext uri="{BB962C8B-B14F-4D97-AF65-F5344CB8AC3E}">
        <p14:creationId xmlns:p14="http://schemas.microsoft.com/office/powerpoint/2010/main" val="72937458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16DDD-5E31-439E-B3B3-60862D8E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F8649-66F2-4E90-BD25-45447470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ECE69-B7B2-4B7F-8FD9-0BAC02A9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06231-9DB4-48DC-975D-2E86216E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EB4EB-4CC5-4AFD-B653-49B92AF2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C8C4C-AAD6-4127-9AF0-2FEDBE42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家を訪れる方から、空いたスペースに驚かれることもありました。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ただし、この方が望む部屋づくりは、まだ続いています。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76E7F-8E62-4A44-B926-C2CBBB914D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50a3bb133482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93020-ADC4-41FE-BE2B-68CDA99E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0F8B0-530B-495B-A446-06985D43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41 / 46</a:t>
            </a:r>
          </a:p>
        </p:txBody>
      </p:sp>
    </p:spTree>
    <p:extLst>
      <p:ext uri="{BB962C8B-B14F-4D97-AF65-F5344CB8AC3E}">
        <p14:creationId xmlns:p14="http://schemas.microsoft.com/office/powerpoint/2010/main" val="89205686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D9DCE-BD9A-4850-90DF-1F306DC9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F2041-D73F-4EC4-BE42-C80E653B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9A3C0-E367-4DE3-B27D-88326DC1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BCF3F-6684-4C83-8B1B-9D6F5D91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62B7D-D10D-45EE-A247-A2FA10A9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CE926A-8B65-4AA1-99DE-B6C21BC7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ご主人が動きやすいダイニングにすることや、友人を招くことは、この方がこれから叶えたい目標です。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E4F1C-93BE-49FB-BD53-F366DEEA7A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2d3439ab74c8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F9B84-31A4-43F6-8B65-DC6FE214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A8CC2-E146-4051-93FA-1FAB4D31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42 / 46</a:t>
            </a:r>
          </a:p>
        </p:txBody>
      </p:sp>
    </p:spTree>
    <p:extLst>
      <p:ext uri="{BB962C8B-B14F-4D97-AF65-F5344CB8AC3E}">
        <p14:creationId xmlns:p14="http://schemas.microsoft.com/office/powerpoint/2010/main" val="161660748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77BCE-AC36-4450-8AAA-2765CE0A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702E87-8AC4-4A0A-B3FA-2E0FBC81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DA1CB-98B7-4998-8DD1-D0B82820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81FF1-FB72-4B0C-8867-253DD36B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BFFD9-6F71-4B91-AF5F-9F46659C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C07B2-3391-4965-85E4-13258C44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もしあなたも、金曜の夜はやる気があるのに土曜には動けなくなるなら、「またできなかった」と決めつけないでください。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まず、どの範囲を何のために片付けるかを決める。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33CFD-20D5-4B1B-B7E3-ACB23F9F24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b4846b8804be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4A08A-391D-4358-ADAF-2F2D1DA9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ADC69-B417-4FDC-BAD4-CF295FEB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43 / 46</a:t>
            </a:r>
          </a:p>
        </p:txBody>
      </p:sp>
    </p:spTree>
    <p:extLst>
      <p:ext uri="{BB962C8B-B14F-4D97-AF65-F5344CB8AC3E}">
        <p14:creationId xmlns:p14="http://schemas.microsoft.com/office/powerpoint/2010/main" val="18502905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95DC2-74EF-46C5-A7E1-AD80F3FC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4C9DA-2BC7-4015-8C8A-03DC6BBC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D84BC-09C4-44E7-9DA9-BE65A0D9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67313-2162-4BA3-B486-F16C5B1B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98F71-4497-4D9A-87B9-C4225EC2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992CB-4717-4D2E-9F16-DCABFE31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そして、残す物の量、住所、戻す行動まで、順番に考えていきましょう。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9C85C9-B8C2-4818-8EB6-B78DD9F564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35bacccbe480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92FFD-FDA1-4CB9-A6AB-81AC8DCD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AD775-8778-46F4-937D-977FE905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44 / 46</a:t>
            </a:r>
          </a:p>
        </p:txBody>
      </p:sp>
    </p:spTree>
    <p:extLst>
      <p:ext uri="{BB962C8B-B14F-4D97-AF65-F5344CB8AC3E}">
        <p14:creationId xmlns:p14="http://schemas.microsoft.com/office/powerpoint/2010/main" val="53936296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C549C-5D7B-4885-A6F1-EBF9F905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8E20C-EAD8-4523-8B73-E7A2DA96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B646F4-7005-4EB6-8424-B95A600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10259E-BF2F-4C8F-969F-2E412965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9A49F-74D0-46DE-96C8-915D8DA4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6ADBC-69C0-449B-AA25-06404EC1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片付け方だけを増やしても、「全部を一度にやらなければ」という脳の癖がそのままなら、始める前に苦しくなります。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真面目で頑張り屋な方が、頑張り方を変えられるようにするのが1秒収納です。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12DAA-45AF-43FF-97B4-F0760C1735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5cc644490416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30DDB-520E-433F-B1C0-7487A429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E863A2-C0D3-4F3F-9AEF-5C0822CE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45 / 46</a:t>
            </a:r>
          </a:p>
        </p:txBody>
      </p:sp>
    </p:spTree>
    <p:extLst>
      <p:ext uri="{BB962C8B-B14F-4D97-AF65-F5344CB8AC3E}">
        <p14:creationId xmlns:p14="http://schemas.microsoft.com/office/powerpoint/2010/main" val="27834021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35BC5-A3FC-48F7-A1F4-6739A6A8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F32D0-DD06-42CA-8AAC-87E37ACC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E3026F-81FE-4243-A956-96545C44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730A9-2E42-4F11-AE70-D7BDFC4C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CFF3A-8848-4665-900A-31C4D293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55C38D-7C4D-4747-B502-7F2170E4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詳しく知りたい方は、概要欄から体験セミナーの詳細をご覧ください。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F2999-E8F7-4778-B677-D30ACB04B0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84c1b60274ca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F34EB-D260-4D6D-BF8A-11D7369D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E8369-90CF-4182-8C60-7C545BCE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r>
              <a:t>46 / 46</a:t>
            </a:r>
          </a:p>
        </p:txBody>
      </p:sp>
    </p:spTree>
    <p:extLst>
      <p:ext uri="{BB962C8B-B14F-4D97-AF65-F5344CB8AC3E}">
        <p14:creationId xmlns:p14="http://schemas.microsoft.com/office/powerpoint/2010/main" val="8508162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2026-10-20T10:24:20.4570000Z</dcterms:created>
  <dcterms:modified xsi:type="dcterms:W3CDTF">2026-10-20T10:24:20.4570000Z</dcterms:modified>
</coreProperties>
</file>