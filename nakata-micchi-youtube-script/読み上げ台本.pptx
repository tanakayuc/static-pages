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b76c20beef45dd" /><Relationship Type="http://schemas.openxmlformats.org/officeDocument/2006/relationships/extended-properties" Target="/docProps/app.xml" Id="Rbc0361860631456b" /><Relationship Type="http://schemas.openxmlformats.org/officeDocument/2006/relationships/officeDocument" Target="/ppt/presentation.xml" Id="R6bb4f78522e149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075046a3f14010"/>
  </p:sldMasterIdLst>
  <p:notesMasterIdLst>
    <p:notesMasterId xmlns:r="http://schemas.openxmlformats.org/officeDocument/2006/relationships" r:id="R4b5fb1db38b341cb"/>
  </p:notesMasterIdLst>
  <p:sldIdLst>
    <p:sldId xmlns:r="http://schemas.openxmlformats.org/officeDocument/2006/relationships" id="256" r:id="Ra5c1f5c83d9e453c"/>
    <p:sldId xmlns:r="http://schemas.openxmlformats.org/officeDocument/2006/relationships" id="257" r:id="R5d8114abb14a4dcd"/>
    <p:sldId xmlns:r="http://schemas.openxmlformats.org/officeDocument/2006/relationships" id="258" r:id="R29894a4887544287"/>
    <p:sldId xmlns:r="http://schemas.openxmlformats.org/officeDocument/2006/relationships" id="259" r:id="R1c998e935b4540ec"/>
    <p:sldId xmlns:r="http://schemas.openxmlformats.org/officeDocument/2006/relationships" id="260" r:id="R5c5c396ff62e43cf"/>
    <p:sldId xmlns:r="http://schemas.openxmlformats.org/officeDocument/2006/relationships" id="261" r:id="R229f7da5b86a4f8b"/>
    <p:sldId xmlns:r="http://schemas.openxmlformats.org/officeDocument/2006/relationships" id="262" r:id="Rb91fecbbbddb489d"/>
    <p:sldId xmlns:r="http://schemas.openxmlformats.org/officeDocument/2006/relationships" id="263" r:id="R1ad9bf71beb540b1"/>
    <p:sldId xmlns:r="http://schemas.openxmlformats.org/officeDocument/2006/relationships" id="264" r:id="R54a905a92c094821"/>
    <p:sldId xmlns:r="http://schemas.openxmlformats.org/officeDocument/2006/relationships" id="265" r:id="R6645840addb140ce"/>
    <p:sldId xmlns:r="http://schemas.openxmlformats.org/officeDocument/2006/relationships" id="266" r:id="R683da4f0e8bb4473"/>
    <p:sldId xmlns:r="http://schemas.openxmlformats.org/officeDocument/2006/relationships" id="267" r:id="Rf225e4b02b314328"/>
    <p:sldId xmlns:r="http://schemas.openxmlformats.org/officeDocument/2006/relationships" id="268" r:id="Rbd799141ceb84f07"/>
    <p:sldId xmlns:r="http://schemas.openxmlformats.org/officeDocument/2006/relationships" id="269" r:id="R6d6fcb011dbc43f2"/>
    <p:sldId xmlns:r="http://schemas.openxmlformats.org/officeDocument/2006/relationships" id="270" r:id="R6bc7fa6d27194a1c"/>
    <p:sldId xmlns:r="http://schemas.openxmlformats.org/officeDocument/2006/relationships" id="271" r:id="R828a596c64734466"/>
    <p:sldId xmlns:r="http://schemas.openxmlformats.org/officeDocument/2006/relationships" id="272" r:id="R30c3062c84f74ac0"/>
    <p:sldId xmlns:r="http://schemas.openxmlformats.org/officeDocument/2006/relationships" id="273" r:id="R22bf55ec558946c6"/>
    <p:sldId xmlns:r="http://schemas.openxmlformats.org/officeDocument/2006/relationships" id="274" r:id="Raf89c0f60efa49d1"/>
    <p:sldId xmlns:r="http://schemas.openxmlformats.org/officeDocument/2006/relationships" id="275" r:id="R64c8b0a4c06740d2"/>
    <p:sldId xmlns:r="http://schemas.openxmlformats.org/officeDocument/2006/relationships" id="276" r:id="Rb97f0fe653d54434"/>
    <p:sldId xmlns:r="http://schemas.openxmlformats.org/officeDocument/2006/relationships" id="277" r:id="R1e9ae41b4cb24948"/>
    <p:sldId xmlns:r="http://schemas.openxmlformats.org/officeDocument/2006/relationships" id="278" r:id="R932d74d487764915"/>
    <p:sldId xmlns:r="http://schemas.openxmlformats.org/officeDocument/2006/relationships" id="279" r:id="R4c2ad3597842488a"/>
    <p:sldId xmlns:r="http://schemas.openxmlformats.org/officeDocument/2006/relationships" id="280" r:id="R7160d56582e943cd"/>
    <p:sldId xmlns:r="http://schemas.openxmlformats.org/officeDocument/2006/relationships" id="281" r:id="R96e7fa52e5ad4fd5"/>
    <p:sldId xmlns:r="http://schemas.openxmlformats.org/officeDocument/2006/relationships" id="282" r:id="Rdf00ae2e803b46b0"/>
    <p:sldId xmlns:r="http://schemas.openxmlformats.org/officeDocument/2006/relationships" id="283" r:id="Rae246df803844fce"/>
    <p:sldId xmlns:r="http://schemas.openxmlformats.org/officeDocument/2006/relationships" id="284" r:id="R95dc6bec70eb4c0d"/>
    <p:sldId xmlns:r="http://schemas.openxmlformats.org/officeDocument/2006/relationships" id="285" r:id="R6cdbe50713514f63"/>
    <p:sldId xmlns:r="http://schemas.openxmlformats.org/officeDocument/2006/relationships" id="286" r:id="Rd5aa8008a783442c"/>
    <p:sldId xmlns:r="http://schemas.openxmlformats.org/officeDocument/2006/relationships" id="287" r:id="R7ea5fa5183a3473e"/>
    <p:sldId xmlns:r="http://schemas.openxmlformats.org/officeDocument/2006/relationships" id="288" r:id="R35932cc9f1494abe"/>
    <p:sldId xmlns:r="http://schemas.openxmlformats.org/officeDocument/2006/relationships" id="289" r:id="R4bf3d55b7eb641c2"/>
    <p:sldId xmlns:r="http://schemas.openxmlformats.org/officeDocument/2006/relationships" id="290" r:id="R7b5415da3b704588"/>
    <p:sldId xmlns:r="http://schemas.openxmlformats.org/officeDocument/2006/relationships" id="291" r:id="R0958f55f6d464646"/>
    <p:sldId xmlns:r="http://schemas.openxmlformats.org/officeDocument/2006/relationships" id="292" r:id="R99524e1325064d43"/>
    <p:sldId xmlns:r="http://schemas.openxmlformats.org/officeDocument/2006/relationships" id="293" r:id="Rcf1cf5204d3e4583"/>
    <p:sldId xmlns:r="http://schemas.openxmlformats.org/officeDocument/2006/relationships" id="294" r:id="Re4991b48903941d2"/>
    <p:sldId xmlns:r="http://schemas.openxmlformats.org/officeDocument/2006/relationships" id="295" r:id="R077375705d9a40b1"/>
    <p:sldId xmlns:r="http://schemas.openxmlformats.org/officeDocument/2006/relationships" id="296" r:id="R1c82466673dd42b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b3e23cbdb94e6f" /><Relationship Type="http://schemas.openxmlformats.org/officeDocument/2006/relationships/slideMaster" Target="/ppt/slideMasters/slideMaster1.xml" Id="Rad075046a3f14010" /><Relationship Type="http://schemas.openxmlformats.org/officeDocument/2006/relationships/notesMaster" Target="/ppt/notesMasters/notesMaster1.xml" Id="R4b5fb1db38b341cb" /><Relationship Type="http://schemas.openxmlformats.org/officeDocument/2006/relationships/presProps" Target="/ppt/presProps.xml" Id="R344195647f444058" /><Relationship Type="http://schemas.openxmlformats.org/officeDocument/2006/relationships/tableStyles" Target="/ppt/tableStyles.xml" Id="R0ce95770579c4463" /><Relationship Type="http://schemas.openxmlformats.org/officeDocument/2006/relationships/slide" Target="/ppt/slides/slide1.xml" Id="Ra5c1f5c83d9e453c" /><Relationship Type="http://schemas.openxmlformats.org/officeDocument/2006/relationships/slide" Target="/ppt/slides/slide2.xml" Id="R5d8114abb14a4dcd" /><Relationship Type="http://schemas.openxmlformats.org/officeDocument/2006/relationships/slide" Target="/ppt/slides/slide3.xml" Id="R29894a4887544287" /><Relationship Type="http://schemas.openxmlformats.org/officeDocument/2006/relationships/slide" Target="/ppt/slides/slide4.xml" Id="R1c998e935b4540ec" /><Relationship Type="http://schemas.openxmlformats.org/officeDocument/2006/relationships/slide" Target="/ppt/slides/slide5.xml" Id="R5c5c396ff62e43cf" /><Relationship Type="http://schemas.openxmlformats.org/officeDocument/2006/relationships/slide" Target="/ppt/slides/slide6.xml" Id="R229f7da5b86a4f8b" /><Relationship Type="http://schemas.openxmlformats.org/officeDocument/2006/relationships/slide" Target="/ppt/slides/slide7.xml" Id="Rb91fecbbbddb489d" /><Relationship Type="http://schemas.openxmlformats.org/officeDocument/2006/relationships/slide" Target="/ppt/slides/slide8.xml" Id="R1ad9bf71beb540b1" /><Relationship Type="http://schemas.openxmlformats.org/officeDocument/2006/relationships/slide" Target="/ppt/slides/slide9.xml" Id="R54a905a92c094821" /><Relationship Type="http://schemas.openxmlformats.org/officeDocument/2006/relationships/slide" Target="/ppt/slides/slide10.xml" Id="R6645840addb140ce" /><Relationship Type="http://schemas.openxmlformats.org/officeDocument/2006/relationships/slide" Target="/ppt/slides/slide11.xml" Id="R683da4f0e8bb4473" /><Relationship Type="http://schemas.openxmlformats.org/officeDocument/2006/relationships/slide" Target="/ppt/slides/slide12.xml" Id="Rf225e4b02b314328" /><Relationship Type="http://schemas.openxmlformats.org/officeDocument/2006/relationships/slide" Target="/ppt/slides/slide13.xml" Id="Rbd799141ceb84f07" /><Relationship Type="http://schemas.openxmlformats.org/officeDocument/2006/relationships/slide" Target="/ppt/slides/slide14.xml" Id="R6d6fcb011dbc43f2" /><Relationship Type="http://schemas.openxmlformats.org/officeDocument/2006/relationships/slide" Target="/ppt/slides/slide15.xml" Id="R6bc7fa6d27194a1c" /><Relationship Type="http://schemas.openxmlformats.org/officeDocument/2006/relationships/slide" Target="/ppt/slides/slide16.xml" Id="R828a596c64734466" /><Relationship Type="http://schemas.openxmlformats.org/officeDocument/2006/relationships/slide" Target="/ppt/slides/slide17.xml" Id="R30c3062c84f74ac0" /><Relationship Type="http://schemas.openxmlformats.org/officeDocument/2006/relationships/slide" Target="/ppt/slides/slide18.xml" Id="R22bf55ec558946c6" /><Relationship Type="http://schemas.openxmlformats.org/officeDocument/2006/relationships/slide" Target="/ppt/slides/slide19.xml" Id="Raf89c0f60efa49d1" /><Relationship Type="http://schemas.openxmlformats.org/officeDocument/2006/relationships/slide" Target="/ppt/slides/slide20.xml" Id="R64c8b0a4c06740d2" /><Relationship Type="http://schemas.openxmlformats.org/officeDocument/2006/relationships/slide" Target="/ppt/slides/slide21.xml" Id="Rb97f0fe653d54434" /><Relationship Type="http://schemas.openxmlformats.org/officeDocument/2006/relationships/slide" Target="/ppt/slides/slide22.xml" Id="R1e9ae41b4cb24948" /><Relationship Type="http://schemas.openxmlformats.org/officeDocument/2006/relationships/slide" Target="/ppt/slides/slide23.xml" Id="R932d74d487764915" /><Relationship Type="http://schemas.openxmlformats.org/officeDocument/2006/relationships/slide" Target="/ppt/slides/slide24.xml" Id="R4c2ad3597842488a" /><Relationship Type="http://schemas.openxmlformats.org/officeDocument/2006/relationships/slide" Target="/ppt/slides/slide25.xml" Id="R7160d56582e943cd" /><Relationship Type="http://schemas.openxmlformats.org/officeDocument/2006/relationships/slide" Target="/ppt/slides/slide26.xml" Id="R96e7fa52e5ad4fd5" /><Relationship Type="http://schemas.openxmlformats.org/officeDocument/2006/relationships/slide" Target="/ppt/slides/slide27.xml" Id="Rdf00ae2e803b46b0" /><Relationship Type="http://schemas.openxmlformats.org/officeDocument/2006/relationships/slide" Target="/ppt/slides/slide28.xml" Id="Rae246df803844fce" /><Relationship Type="http://schemas.openxmlformats.org/officeDocument/2006/relationships/slide" Target="/ppt/slides/slide29.xml" Id="R95dc6bec70eb4c0d" /><Relationship Type="http://schemas.openxmlformats.org/officeDocument/2006/relationships/slide" Target="/ppt/slides/slide30.xml" Id="R6cdbe50713514f63" /><Relationship Type="http://schemas.openxmlformats.org/officeDocument/2006/relationships/slide" Target="/ppt/slides/slide31.xml" Id="Rd5aa8008a783442c" /><Relationship Type="http://schemas.openxmlformats.org/officeDocument/2006/relationships/slide" Target="/ppt/slides/slide32.xml" Id="R7ea5fa5183a3473e" /><Relationship Type="http://schemas.openxmlformats.org/officeDocument/2006/relationships/slide" Target="/ppt/slides/slide33.xml" Id="R35932cc9f1494abe" /><Relationship Type="http://schemas.openxmlformats.org/officeDocument/2006/relationships/slide" Target="/ppt/slides/slide34.xml" Id="R4bf3d55b7eb641c2" /><Relationship Type="http://schemas.openxmlformats.org/officeDocument/2006/relationships/slide" Target="/ppt/slides/slide35.xml" Id="R7b5415da3b704588" /><Relationship Type="http://schemas.openxmlformats.org/officeDocument/2006/relationships/slide" Target="/ppt/slides/slide36.xml" Id="R0958f55f6d464646" /><Relationship Type="http://schemas.openxmlformats.org/officeDocument/2006/relationships/slide" Target="/ppt/slides/slide37.xml" Id="R99524e1325064d43" /><Relationship Type="http://schemas.openxmlformats.org/officeDocument/2006/relationships/slide" Target="/ppt/slides/slide38.xml" Id="Rcf1cf5204d3e4583" /><Relationship Type="http://schemas.openxmlformats.org/officeDocument/2006/relationships/slide" Target="/ppt/slides/slide39.xml" Id="Re4991b48903941d2" /><Relationship Type="http://schemas.openxmlformats.org/officeDocument/2006/relationships/slide" Target="/ppt/slides/slide40.xml" Id="R077375705d9a40b1" /><Relationship Type="http://schemas.openxmlformats.org/officeDocument/2006/relationships/slide" Target="/ppt/slides/slide41.xml" Id="R1c82466673dd42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76036cca504d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3257e4b2044d2a" /><Relationship Type="http://schemas.openxmlformats.org/officeDocument/2006/relationships/notesMaster" Target="/ppt/notesMasters/notesMaster1.xml" Id="R56d0567d56154b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b9454700e54d5e" /><Relationship Type="http://schemas.openxmlformats.org/officeDocument/2006/relationships/notesMaster" Target="/ppt/notesMasters/notesMaster1.xml" Id="R69ae73688c4f4c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a5eea079bf4141" /><Relationship Type="http://schemas.openxmlformats.org/officeDocument/2006/relationships/notesMaster" Target="/ppt/notesMasters/notesMaster1.xml" Id="R736a91f0d6cd40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bdcde2993c4acf" /><Relationship Type="http://schemas.openxmlformats.org/officeDocument/2006/relationships/notesMaster" Target="/ppt/notesMasters/notesMaster1.xml" Id="Rf610adb1529e42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f01f9cddd745c1" /><Relationship Type="http://schemas.openxmlformats.org/officeDocument/2006/relationships/notesMaster" Target="/ppt/notesMasters/notesMaster1.xml" Id="Rf6c36d7af5ab41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3f7de5d7b746cf" /><Relationship Type="http://schemas.openxmlformats.org/officeDocument/2006/relationships/notesMaster" Target="/ppt/notesMasters/notesMaster1.xml" Id="R558e40db140841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892228a6f54102" /><Relationship Type="http://schemas.openxmlformats.org/officeDocument/2006/relationships/notesMaster" Target="/ppt/notesMasters/notesMaster1.xml" Id="R31d2cf3138a84c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a2ad4798a44959" /><Relationship Type="http://schemas.openxmlformats.org/officeDocument/2006/relationships/notesMaster" Target="/ppt/notesMasters/notesMaster1.xml" Id="R1ed78df02cd246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3b93fbfead45c1" /><Relationship Type="http://schemas.openxmlformats.org/officeDocument/2006/relationships/notesMaster" Target="/ppt/notesMasters/notesMaster1.xml" Id="R3b27f324443f48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781f913105d46ab" /><Relationship Type="http://schemas.openxmlformats.org/officeDocument/2006/relationships/notesMaster" Target="/ppt/notesMasters/notesMaster1.xml" Id="R283761ed530a45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0b867ef082e4c26" /><Relationship Type="http://schemas.openxmlformats.org/officeDocument/2006/relationships/notesMaster" Target="/ppt/notesMasters/notesMaster1.xml" Id="Red77710e0fd542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e25169560c44498" /><Relationship Type="http://schemas.openxmlformats.org/officeDocument/2006/relationships/notesMaster" Target="/ppt/notesMasters/notesMaster1.xml" Id="R381d4a295a2547c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36e2f71195249e6" /><Relationship Type="http://schemas.openxmlformats.org/officeDocument/2006/relationships/notesMaster" Target="/ppt/notesMasters/notesMaster1.xml" Id="R943c798f7b3648d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8cb619195304a2c" /><Relationship Type="http://schemas.openxmlformats.org/officeDocument/2006/relationships/notesMaster" Target="/ppt/notesMasters/notesMaster1.xml" Id="R4d0d292c55f24e2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a54979acd704548" /><Relationship Type="http://schemas.openxmlformats.org/officeDocument/2006/relationships/notesMaster" Target="/ppt/notesMasters/notesMaster1.xml" Id="R906b6ff7587e4d4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cffbf5311e24625" /><Relationship Type="http://schemas.openxmlformats.org/officeDocument/2006/relationships/notesMaster" Target="/ppt/notesMasters/notesMaster1.xml" Id="R3b583e223f3d4ac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0bdd0f9b6484a92" /><Relationship Type="http://schemas.openxmlformats.org/officeDocument/2006/relationships/notesMaster" Target="/ppt/notesMasters/notesMaster1.xml" Id="R82253bff3d134bc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006b33eae4d4bae" /><Relationship Type="http://schemas.openxmlformats.org/officeDocument/2006/relationships/notesMaster" Target="/ppt/notesMasters/notesMaster1.xml" Id="R5c03316e60ce4d5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1f3c578ef0049bc" /><Relationship Type="http://schemas.openxmlformats.org/officeDocument/2006/relationships/notesMaster" Target="/ppt/notesMasters/notesMaster1.xml" Id="R0e6fdb8382cb4d7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5a3033f6f8e4a4f" /><Relationship Type="http://schemas.openxmlformats.org/officeDocument/2006/relationships/notesMaster" Target="/ppt/notesMasters/notesMaster1.xml" Id="Rbaa4549bb30d436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50934fe8fff43bc" /><Relationship Type="http://schemas.openxmlformats.org/officeDocument/2006/relationships/notesMaster" Target="/ppt/notesMasters/notesMaster1.xml" Id="R5cf24b1e69c7400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c3601337ad24703" /><Relationship Type="http://schemas.openxmlformats.org/officeDocument/2006/relationships/notesMaster" Target="/ppt/notesMasters/notesMaster1.xml" Id="Rc5051cc5425842a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4e07cf5b2134c5a" /><Relationship Type="http://schemas.openxmlformats.org/officeDocument/2006/relationships/notesMaster" Target="/ppt/notesMasters/notesMaster1.xml" Id="R5a519f4b27aa402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94a9f9ec7874d84" /><Relationship Type="http://schemas.openxmlformats.org/officeDocument/2006/relationships/notesMaster" Target="/ppt/notesMasters/notesMaster1.xml" Id="Rb7efb4570c174ce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9b2ed953f854c48" /><Relationship Type="http://schemas.openxmlformats.org/officeDocument/2006/relationships/notesMaster" Target="/ppt/notesMasters/notesMaster1.xml" Id="R93323c69b8eb49c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49741b5c54d41f8" /><Relationship Type="http://schemas.openxmlformats.org/officeDocument/2006/relationships/notesMaster" Target="/ppt/notesMasters/notesMaster1.xml" Id="R44042d4543b64d0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16f50c5d7cb4e3d" /><Relationship Type="http://schemas.openxmlformats.org/officeDocument/2006/relationships/notesMaster" Target="/ppt/notesMasters/notesMaster1.xml" Id="R738f4744ba3146d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6dc8d78f4db4d8a" /><Relationship Type="http://schemas.openxmlformats.org/officeDocument/2006/relationships/notesMaster" Target="/ppt/notesMasters/notesMaster1.xml" Id="R44fed7cb58c4489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faecd21a2e34c8b" /><Relationship Type="http://schemas.openxmlformats.org/officeDocument/2006/relationships/notesMaster" Target="/ppt/notesMasters/notesMaster1.xml" Id="R1335b94db55f47f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f121ae43db8476a" /><Relationship Type="http://schemas.openxmlformats.org/officeDocument/2006/relationships/notesMaster" Target="/ppt/notesMasters/notesMaster1.xml" Id="Rf367875836d5497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82d4142e4e74985" /><Relationship Type="http://schemas.openxmlformats.org/officeDocument/2006/relationships/notesMaster" Target="/ppt/notesMasters/notesMaster1.xml" Id="Rdcd4b7298efb4b5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1fced198ceb464b" /><Relationship Type="http://schemas.openxmlformats.org/officeDocument/2006/relationships/notesMaster" Target="/ppt/notesMasters/notesMaster1.xml" Id="Rc4ca0c0ed986499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cc2fafaac934463" /><Relationship Type="http://schemas.openxmlformats.org/officeDocument/2006/relationships/notesMaster" Target="/ppt/notesMasters/notesMaster1.xml" Id="R3b1b33dc8f5847f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feed7e46d864722" /><Relationship Type="http://schemas.openxmlformats.org/officeDocument/2006/relationships/notesMaster" Target="/ppt/notesMasters/notesMaster1.xml" Id="R51c34c3b25e94bd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25659c714bb4e50" /><Relationship Type="http://schemas.openxmlformats.org/officeDocument/2006/relationships/notesMaster" Target="/ppt/notesMasters/notesMaster1.xml" Id="R6c487f168179420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cb59c8118fd476d" /><Relationship Type="http://schemas.openxmlformats.org/officeDocument/2006/relationships/notesMaster" Target="/ppt/notesMasters/notesMaster1.xml" Id="Rd8d2f2ae5f2441d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9dddbdcb126471e" /><Relationship Type="http://schemas.openxmlformats.org/officeDocument/2006/relationships/notesMaster" Target="/ppt/notesMasters/notesMaster1.xml" Id="Rcc22e462f93f48a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83c3690f57a4f8e" /><Relationship Type="http://schemas.openxmlformats.org/officeDocument/2006/relationships/notesMaster" Target="/ppt/notesMasters/notesMaster1.xml" Id="Rafcee2af8da24f8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5c3657ad1604690" /><Relationship Type="http://schemas.openxmlformats.org/officeDocument/2006/relationships/notesMaster" Target="/ppt/notesMasters/notesMaster1.xml" Id="R6fde394dc8064e8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c7fc38569994293" /><Relationship Type="http://schemas.openxmlformats.org/officeDocument/2006/relationships/notesMaster" Target="/ppt/notesMasters/notesMaster1.xml" Id="Rb3cf87927cf248e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90662b5df8d4e98" /><Relationship Type="http://schemas.openxmlformats.org/officeDocument/2006/relationships/notesMaster" Target="/ppt/notesMasters/notesMaster1.xml" Id="R75d96fc269a94b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e3438e5bde406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0816fcc0f2426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3569dd5de74d8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5bf88f440a42d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3821cf8fd045a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0efd9a2c3b44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45E31E-C7C2-45A8-9B2E-93973F1203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52AE900-AEF8-4261-B7D6-F02CAE59C85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5C45D53-03B6-4408-B10A-6B84E15863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80C301-05F2-4E90-8664-1B1CAA1885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DB4F6F9-720E-4B22-8F00-9625ED7C76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423CBC3-C2F6-43D3-A6B1-7EA73F004E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93F9214-ADBB-43C3-A296-E92FFFEDEE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EBA4799-73B5-4EB4-B234-8010BEB0776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18FBF8A-ADC5-42D0-A6A6-2FA4E8BA42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1FB27BC-118B-44CF-9637-5B70114367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c86d78379f4d1f" /><Relationship Type="http://schemas.openxmlformats.org/officeDocument/2006/relationships/slideLayout" Target="/ppt/slideLayouts/slideLayout1.xml" Id="Rf312a6ca01954391" /><Relationship Type="http://schemas.openxmlformats.org/officeDocument/2006/relationships/slideLayout" Target="/ppt/slideLayouts/slideLayout2.xml" Id="Rf661299f7c484012" /><Relationship Type="http://schemas.openxmlformats.org/officeDocument/2006/relationships/slideLayout" Target="/ppt/slideLayouts/slideLayout3.xml" Id="R3afccbed7cc446e0" /><Relationship Type="http://schemas.openxmlformats.org/officeDocument/2006/relationships/slideLayout" Target="/ppt/slideLayouts/slideLayout4.xml" Id="R90f6b0df99754f87" /><Relationship Type="http://schemas.openxmlformats.org/officeDocument/2006/relationships/slideLayout" Target="/ppt/slideLayouts/slideLayout5.xml" Id="R3b9e2818b4b54cf7" /><Relationship Type="http://schemas.openxmlformats.org/officeDocument/2006/relationships/slideLayout" Target="/ppt/slideLayouts/slideLayout6.xml" Id="Rce0147599770461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12a6ca01954391"/>
    <p:sldLayoutId xmlns:r="http://schemas.openxmlformats.org/officeDocument/2006/relationships" id="2147483650" r:id="Rf661299f7c484012"/>
    <p:sldLayoutId xmlns:r="http://schemas.openxmlformats.org/officeDocument/2006/relationships" id="2147483651" r:id="R3afccbed7cc446e0"/>
    <p:sldLayoutId xmlns:r="http://schemas.openxmlformats.org/officeDocument/2006/relationships" id="2147483652" r:id="R90f6b0df99754f87"/>
    <p:sldLayoutId xmlns:r="http://schemas.openxmlformats.org/officeDocument/2006/relationships" id="2147483653" r:id="R3b9e2818b4b54cf7"/>
    <p:sldLayoutId xmlns:r="http://schemas.openxmlformats.org/officeDocument/2006/relationships" id="2147483654" r:id="Rce0147599770461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7275b2efa14d27" /><Relationship Type="http://schemas.openxmlformats.org/officeDocument/2006/relationships/image" Target="/ppt/media/image.jpeg" Id="R81cef0c9f2154f2b" /><Relationship Type="http://schemas.openxmlformats.org/officeDocument/2006/relationships/notesSlide" Target="/ppt/notesSlides/notesSlide1.xml" Id="R383a934176284a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35d48933b84a1b" /><Relationship Type="http://schemas.openxmlformats.org/officeDocument/2006/relationships/image" Target="/ppt/media/image2.jpeg" Id="Ra6ee93d1aec64640" /><Relationship Type="http://schemas.openxmlformats.org/officeDocument/2006/relationships/notesSlide" Target="/ppt/notesSlides/notesSlide2.xml" Id="Rea869c962d2a4f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083771cb7f4f52" /><Relationship Type="http://schemas.openxmlformats.org/officeDocument/2006/relationships/image" Target="/ppt/media/image3.jpeg" Id="R58949a810bc94e3b" /><Relationship Type="http://schemas.openxmlformats.org/officeDocument/2006/relationships/notesSlide" Target="/ppt/notesSlides/notesSlide3.xml" Id="Rfb698c351c2146b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ebb3c5c1064394" /><Relationship Type="http://schemas.openxmlformats.org/officeDocument/2006/relationships/image" Target="/ppt/media/image4.jpeg" Id="R1837eb97c7584b3e" /><Relationship Type="http://schemas.openxmlformats.org/officeDocument/2006/relationships/notesSlide" Target="/ppt/notesSlides/notesSlide4.xml" Id="Rc14d5ba7ebf94e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eddbe27b2a4985" /><Relationship Type="http://schemas.openxmlformats.org/officeDocument/2006/relationships/image" Target="/ppt/media/image5.jpeg" Id="Rdc11552c855945e1" /><Relationship Type="http://schemas.openxmlformats.org/officeDocument/2006/relationships/notesSlide" Target="/ppt/notesSlides/notesSlide5.xml" Id="Reafd641ae5c04f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008cefa45142f0" /><Relationship Type="http://schemas.openxmlformats.org/officeDocument/2006/relationships/image" Target="/ppt/media/image6.jpeg" Id="Rf8f279fc89974a1c" /><Relationship Type="http://schemas.openxmlformats.org/officeDocument/2006/relationships/notesSlide" Target="/ppt/notesSlides/notesSlide6.xml" Id="Rf03529d10a134b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41c91f167b4a07" /><Relationship Type="http://schemas.openxmlformats.org/officeDocument/2006/relationships/image" Target="/ppt/media/image7.jpeg" Id="R03ce9d7949b44d69" /><Relationship Type="http://schemas.openxmlformats.org/officeDocument/2006/relationships/notesSlide" Target="/ppt/notesSlides/notesSlide7.xml" Id="Rffb3399d881047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7d4cae68eb448a" /><Relationship Type="http://schemas.openxmlformats.org/officeDocument/2006/relationships/image" Target="/ppt/media/image8.jpeg" Id="R8fd09254842745a7" /><Relationship Type="http://schemas.openxmlformats.org/officeDocument/2006/relationships/notesSlide" Target="/ppt/notesSlides/notesSlide8.xml" Id="R17cb89f8902e4f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e6a82e386c4fdb" /><Relationship Type="http://schemas.openxmlformats.org/officeDocument/2006/relationships/image" Target="/ppt/media/image9.jpeg" Id="R0bee8b451156459c" /><Relationship Type="http://schemas.openxmlformats.org/officeDocument/2006/relationships/notesSlide" Target="/ppt/notesSlides/notesSlide9.xml" Id="R0d305254480643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850b7782d7458d" /><Relationship Type="http://schemas.openxmlformats.org/officeDocument/2006/relationships/image" Target="/ppt/media/image10.jpeg" Id="Ra2203c117d6a4661" /><Relationship Type="http://schemas.openxmlformats.org/officeDocument/2006/relationships/notesSlide" Target="/ppt/notesSlides/notesSlide10.xml" Id="Rb0a0531fa6c54f4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53922f9f54469a" /><Relationship Type="http://schemas.openxmlformats.org/officeDocument/2006/relationships/image" Target="/ppt/media/image11.jpeg" Id="R4217c46ccf6a419f" /><Relationship Type="http://schemas.openxmlformats.org/officeDocument/2006/relationships/notesSlide" Target="/ppt/notesSlides/notesSlide11.xml" Id="R332578a3cb174bd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59025407c54027" /><Relationship Type="http://schemas.openxmlformats.org/officeDocument/2006/relationships/image" Target="/ppt/media/image12.jpeg" Id="Rc350da555cb54549" /><Relationship Type="http://schemas.openxmlformats.org/officeDocument/2006/relationships/notesSlide" Target="/ppt/notesSlides/notesSlide12.xml" Id="Re17ebbd7cdb94bb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923ed74214457a" /><Relationship Type="http://schemas.openxmlformats.org/officeDocument/2006/relationships/image" Target="/ppt/media/image13.jpeg" Id="R845d3e6055f14dfb" /><Relationship Type="http://schemas.openxmlformats.org/officeDocument/2006/relationships/notesSlide" Target="/ppt/notesSlides/notesSlide13.xml" Id="R81508c22396f485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b0cc6dac304a29" /><Relationship Type="http://schemas.openxmlformats.org/officeDocument/2006/relationships/image" Target="/ppt/media/image14.jpeg" Id="R5020c962797448b4" /><Relationship Type="http://schemas.openxmlformats.org/officeDocument/2006/relationships/notesSlide" Target="/ppt/notesSlides/notesSlide14.xml" Id="R705f6f4592d64c6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326a8c8c504907" /><Relationship Type="http://schemas.openxmlformats.org/officeDocument/2006/relationships/image" Target="/ppt/media/image15.jpeg" Id="R63d9b96dca654409" /><Relationship Type="http://schemas.openxmlformats.org/officeDocument/2006/relationships/notesSlide" Target="/ppt/notesSlides/notesSlide15.xml" Id="R6cc28b3a9467496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a0f6e5dc11422b" /><Relationship Type="http://schemas.openxmlformats.org/officeDocument/2006/relationships/image" Target="/ppt/media/image16.jpeg" Id="R7aceac55dcdb49f5" /><Relationship Type="http://schemas.openxmlformats.org/officeDocument/2006/relationships/notesSlide" Target="/ppt/notesSlides/notesSlide16.xml" Id="Rc43c4cbe74754df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52336c089a40d8" /><Relationship Type="http://schemas.openxmlformats.org/officeDocument/2006/relationships/image" Target="/ppt/media/image17.jpeg" Id="R3d5f87631cec4eac" /><Relationship Type="http://schemas.openxmlformats.org/officeDocument/2006/relationships/notesSlide" Target="/ppt/notesSlides/notesSlide17.xml" Id="Re84b24b1dcf543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3534520a8d4852" /><Relationship Type="http://schemas.openxmlformats.org/officeDocument/2006/relationships/image" Target="/ppt/media/image18.jpeg" Id="Re8d9de8a7c9048a4" /><Relationship Type="http://schemas.openxmlformats.org/officeDocument/2006/relationships/notesSlide" Target="/ppt/notesSlides/notesSlide18.xml" Id="Rbb4a431d553f48d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d92c9235804f4a" /><Relationship Type="http://schemas.openxmlformats.org/officeDocument/2006/relationships/image" Target="/ppt/media/image19.jpeg" Id="R8ce472e923564b21" /><Relationship Type="http://schemas.openxmlformats.org/officeDocument/2006/relationships/notesSlide" Target="/ppt/notesSlides/notesSlide19.xml" Id="Rc7b8e6dcc39545a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db351338d84286" /><Relationship Type="http://schemas.openxmlformats.org/officeDocument/2006/relationships/image" Target="/ppt/media/image20.jpeg" Id="R63fc62eb60b44177" /><Relationship Type="http://schemas.openxmlformats.org/officeDocument/2006/relationships/notesSlide" Target="/ppt/notesSlides/notesSlide20.xml" Id="R7bcd8a16168e4be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20f880364c4944" /><Relationship Type="http://schemas.openxmlformats.org/officeDocument/2006/relationships/image" Target="/ppt/media/image21.jpeg" Id="R7724fd8935554a91" /><Relationship Type="http://schemas.openxmlformats.org/officeDocument/2006/relationships/notesSlide" Target="/ppt/notesSlides/notesSlide21.xml" Id="Rf74957add64449f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9070f502d04553" /><Relationship Type="http://schemas.openxmlformats.org/officeDocument/2006/relationships/image" Target="/ppt/media/image22.jpeg" Id="R8b5cf4cc9e43488e" /><Relationship Type="http://schemas.openxmlformats.org/officeDocument/2006/relationships/notesSlide" Target="/ppt/notesSlides/notesSlide22.xml" Id="R3accfa271fde4d3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42b6813204455d" /><Relationship Type="http://schemas.openxmlformats.org/officeDocument/2006/relationships/image" Target="/ppt/media/image23.jpeg" Id="R7e9ef1239b0947d9" /><Relationship Type="http://schemas.openxmlformats.org/officeDocument/2006/relationships/notesSlide" Target="/ppt/notesSlides/notesSlide23.xml" Id="Re15bf8693e924b2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df346d854b4eb4" /><Relationship Type="http://schemas.openxmlformats.org/officeDocument/2006/relationships/image" Target="/ppt/media/image24.jpeg" Id="R95bb68bc32e540a2" /><Relationship Type="http://schemas.openxmlformats.org/officeDocument/2006/relationships/notesSlide" Target="/ppt/notesSlides/notesSlide24.xml" Id="R069084fd2dc04f0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dbaaf8bc344140" /><Relationship Type="http://schemas.openxmlformats.org/officeDocument/2006/relationships/image" Target="/ppt/media/image25.jpeg" Id="R3f292b374e7446ab" /><Relationship Type="http://schemas.openxmlformats.org/officeDocument/2006/relationships/notesSlide" Target="/ppt/notesSlides/notesSlide25.xml" Id="Rf9e0458cde34485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2b8669034649b7" /><Relationship Type="http://schemas.openxmlformats.org/officeDocument/2006/relationships/image" Target="/ppt/media/image26.jpeg" Id="R1c5d9a2017694753" /><Relationship Type="http://schemas.openxmlformats.org/officeDocument/2006/relationships/notesSlide" Target="/ppt/notesSlides/notesSlide26.xml" Id="Rf3ef55e9ba854cf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c5fd20ec1d457e" /><Relationship Type="http://schemas.openxmlformats.org/officeDocument/2006/relationships/image" Target="/ppt/media/image27.jpeg" Id="Rcdadf1cc6aae4eb3" /><Relationship Type="http://schemas.openxmlformats.org/officeDocument/2006/relationships/notesSlide" Target="/ppt/notesSlides/notesSlide27.xml" Id="R9ceedfe376764c5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9ab25e23e948b6" /><Relationship Type="http://schemas.openxmlformats.org/officeDocument/2006/relationships/image" Target="/ppt/media/image28.jpeg" Id="R7e3ec4009c244338" /><Relationship Type="http://schemas.openxmlformats.org/officeDocument/2006/relationships/notesSlide" Target="/ppt/notesSlides/notesSlide28.xml" Id="Rff7a1b74bf154e4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8515825c764966" /><Relationship Type="http://schemas.openxmlformats.org/officeDocument/2006/relationships/image" Target="/ppt/media/image29.jpeg" Id="R2302f4b321eb47aa" /><Relationship Type="http://schemas.openxmlformats.org/officeDocument/2006/relationships/notesSlide" Target="/ppt/notesSlides/notesSlide29.xml" Id="R0576ecfea97b4fa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e7e24a41ae4d57" /><Relationship Type="http://schemas.openxmlformats.org/officeDocument/2006/relationships/image" Target="/ppt/media/image30.jpeg" Id="R3587d08820774052" /><Relationship Type="http://schemas.openxmlformats.org/officeDocument/2006/relationships/notesSlide" Target="/ppt/notesSlides/notesSlide30.xml" Id="Rb17fc294f4aa442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0f0886e5f84012" /><Relationship Type="http://schemas.openxmlformats.org/officeDocument/2006/relationships/image" Target="/ppt/media/image31.jpeg" Id="R99673c8d174846ad" /><Relationship Type="http://schemas.openxmlformats.org/officeDocument/2006/relationships/notesSlide" Target="/ppt/notesSlides/notesSlide31.xml" Id="R824df4e7534e465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3e57aac9754654" /><Relationship Type="http://schemas.openxmlformats.org/officeDocument/2006/relationships/image" Target="/ppt/media/image32.jpeg" Id="R268eee22678b4c0e" /><Relationship Type="http://schemas.openxmlformats.org/officeDocument/2006/relationships/notesSlide" Target="/ppt/notesSlides/notesSlide32.xml" Id="R51254546d1f2429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5b9b37422c426d" /><Relationship Type="http://schemas.openxmlformats.org/officeDocument/2006/relationships/image" Target="/ppt/media/image33.jpeg" Id="R6ca48d7772c3498e" /><Relationship Type="http://schemas.openxmlformats.org/officeDocument/2006/relationships/notesSlide" Target="/ppt/notesSlides/notesSlide33.xml" Id="Rea360cf0caa641e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790050c97b41fc" /><Relationship Type="http://schemas.openxmlformats.org/officeDocument/2006/relationships/image" Target="/ppt/media/image34.jpeg" Id="Refeb4085202d40c9" /><Relationship Type="http://schemas.openxmlformats.org/officeDocument/2006/relationships/notesSlide" Target="/ppt/notesSlides/notesSlide34.xml" Id="R4f55b6b18f80440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dbd146396946d8" /><Relationship Type="http://schemas.openxmlformats.org/officeDocument/2006/relationships/image" Target="/ppt/media/image35.jpeg" Id="Re8da0e9482d74d08" /><Relationship Type="http://schemas.openxmlformats.org/officeDocument/2006/relationships/notesSlide" Target="/ppt/notesSlides/notesSlide35.xml" Id="R1a5877bd6fcb4ff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9da2dd63994b64" /><Relationship Type="http://schemas.openxmlformats.org/officeDocument/2006/relationships/image" Target="/ppt/media/image36.jpeg" Id="R413de9d0bb3c4a70" /><Relationship Type="http://schemas.openxmlformats.org/officeDocument/2006/relationships/notesSlide" Target="/ppt/notesSlides/notesSlide36.xml" Id="Ra3daf63d7e814b9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c0c3cce0ac429b" /><Relationship Type="http://schemas.openxmlformats.org/officeDocument/2006/relationships/image" Target="/ppt/media/image37.jpeg" Id="R142a72e32f444cb4" /><Relationship Type="http://schemas.openxmlformats.org/officeDocument/2006/relationships/notesSlide" Target="/ppt/notesSlides/notesSlide37.xml" Id="R413240f7470445e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6ae35a0bd548bd" /><Relationship Type="http://schemas.openxmlformats.org/officeDocument/2006/relationships/image" Target="/ppt/media/image38.jpeg" Id="R4eb1a9892e5a4fb3" /><Relationship Type="http://schemas.openxmlformats.org/officeDocument/2006/relationships/notesSlide" Target="/ppt/notesSlides/notesSlide38.xml" Id="R3440a05827804da3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7aa6014bf74d32" /><Relationship Type="http://schemas.openxmlformats.org/officeDocument/2006/relationships/image" Target="/ppt/media/image39.jpeg" Id="Re1089c1b729f4395" /><Relationship Type="http://schemas.openxmlformats.org/officeDocument/2006/relationships/notesSlide" Target="/ppt/notesSlides/notesSlide39.xml" Id="R8109b99a5e324c2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b5bf3e8d5746bb" /><Relationship Type="http://schemas.openxmlformats.org/officeDocument/2006/relationships/image" Target="/ppt/media/image40.jpeg" Id="R9171c3a17b324a08" /><Relationship Type="http://schemas.openxmlformats.org/officeDocument/2006/relationships/notesSlide" Target="/ppt/notesSlides/notesSlide40.xml" Id="R0be205175d78457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ef6d3e6c204103" /><Relationship Type="http://schemas.openxmlformats.org/officeDocument/2006/relationships/image" Target="/ppt/media/image41.jpeg" Id="R396be9528d4b4d52" /><Relationship Type="http://schemas.openxmlformats.org/officeDocument/2006/relationships/notesSlide" Target="/ppt/notesSlides/notesSlide41.xml" Id="R357f4d7790574a8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F31DD-95F6-4677-8644-FF0A491E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76B4B9-ED13-4135-AE3E-E372CFF5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8F0D68-A3C6-4376-8AAB-16866606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F7C4C8-0F0F-497B-8743-10639E28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真面目で自分に厳しい人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D9988-EE88-4FA8-96EE-CF7DEAF2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4E8AA6-6C2B-4E46-8FBD-FA2AFB0A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今日は、お仕事をしながら、ご主人と暮らす女性のお話です。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家にはヘルパーさんや訪問看護師さんも定期的に来られます。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2AC644-409F-44E4-938A-B5C777FE7E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cef0c9f2154f2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DA8AB-C330-4849-AC93-C17B4BA5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015AC-E4ED-4782-B7B5-B46CFB20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01 / 41</a:t>
            </a:r>
          </a:p>
        </p:txBody>
      </p:sp>
    </p:spTree>
    <p:extLst>
      <p:ext uri="{BB962C8B-B14F-4D97-AF65-F5344CB8AC3E}">
        <p14:creationId xmlns:p14="http://schemas.microsoft.com/office/powerpoint/2010/main" val="202052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B7EC56-CB81-41AA-BE4A-3C3A90E5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272B3-B5AE-48AA-8A0D-97C5154A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43A61-DF2D-49A2-9858-9B2C1DC1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30A6AA-5AAD-4785-B5B8-9548BD95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真面目で自分に厳しい人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E428DE-34C9-416B-9CBD-4DE801E8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9603F0-80A3-4D99-B154-06BCD611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担当の先生はこの方を、「人には優しいのに、自分には厳しすぎる」と見ていました。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そんな方が、家の片付けで悩んでいたんです。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7EE5B2-352F-4062-A425-1048CA61DA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e93d1aec6464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17571-12D9-4C87-A205-24A08B4A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E5FB8B-CE03-48DF-BE83-B541B6D1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02 / 41</a:t>
            </a:r>
          </a:p>
        </p:txBody>
      </p:sp>
    </p:spTree>
    <p:extLst>
      <p:ext uri="{BB962C8B-B14F-4D97-AF65-F5344CB8AC3E}">
        <p14:creationId xmlns:p14="http://schemas.microsoft.com/office/powerpoint/2010/main" val="8441466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487F1C-998B-4A5A-B9AA-08C95799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8ADD86-1640-4876-850F-72BE0776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8E6C4F-25AC-4366-92B9-D9B7F5D8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EEF43-6AF5-45F9-898E-87D16273E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金曜の決意、土曜の壁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B47D26-D45E-40E8-8D29-B90CBE7F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C69E6B-4E68-4DAD-B6CE-267986CA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金曜日の夜には「今週末こそ片付けよう」と決める。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でも土曜日の朝、積み上がった物を見ると、どこから手をつければいいか分からなくなる。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86FBB7-A06B-4F20-9D88-2656B51082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49a810bc94e3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27C240-6C1D-487E-AB0E-52E94F05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AF5D52-F3AE-4325-9671-3549A7C8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03 / 41</a:t>
            </a:r>
          </a:p>
        </p:txBody>
      </p:sp>
    </p:spTree>
    <p:extLst>
      <p:ext uri="{BB962C8B-B14F-4D97-AF65-F5344CB8AC3E}">
        <p14:creationId xmlns:p14="http://schemas.microsoft.com/office/powerpoint/2010/main" val="861986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098060-3CC0-483C-AB8E-34DAB6FC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34166A-057A-4D5E-95F8-5989500A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AE2230-AD93-4226-B944-A908396E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38A23C-46E1-4683-B85D-9DF7CFE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金曜の決意、土曜の壁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63E36B-CAA0-4842-AE70-1976428D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BBD074-3217-45B3-AC4D-F77F0434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仕事で用事が重なった時のように、頭の中がいっぱいになるんです。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「また使うかも」と捨てる手が止まり、今週も動けなかったと自分を責める。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EC8659-32AF-4BC3-BD93-1CE5C1BC18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37eb97c7584b3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866F3B-6A53-4A12-9604-49343B49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AA25ED-E991-4344-9C8A-DCE69F07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04 / 41</a:t>
            </a:r>
          </a:p>
        </p:txBody>
      </p:sp>
    </p:spTree>
    <p:extLst>
      <p:ext uri="{BB962C8B-B14F-4D97-AF65-F5344CB8AC3E}">
        <p14:creationId xmlns:p14="http://schemas.microsoft.com/office/powerpoint/2010/main" val="9413194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3A9B4-6660-42C0-ADBB-5D18A791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EFAEA1-3B59-42A4-9106-397C350C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EE34B2-1EE5-4B5F-BD5D-63B69BB1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498E7-9AE9-4AC4-AEA8-4643D2A3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金曜の決意、土曜の壁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C5D1FA-299E-4FD5-897B-173FB00B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545E4-5B55-4E8B-8E52-4D97AFDB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片付けたい気持ちは、ちゃんとあったんです。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42C44B-E06E-48B4-9F6E-AE554BA292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11552c855945e1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CDD98B-DA8A-4F33-B54E-16BA7844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AC2740-9F98-4BCA-B252-6ED7A214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05 / 41</a:t>
            </a:r>
          </a:p>
        </p:txBody>
      </p:sp>
    </p:spTree>
    <p:extLst>
      <p:ext uri="{BB962C8B-B14F-4D97-AF65-F5344CB8AC3E}">
        <p14:creationId xmlns:p14="http://schemas.microsoft.com/office/powerpoint/2010/main" val="11933081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BBEDBA-2A7F-4944-B094-9D43488F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86B6D9-0B53-49CF-9CDB-DA5B7085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DE49B7-FFC3-42B1-AA65-26F05483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8E03B5-E7CD-4D8C-8AB1-213A67B7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三つのつまずき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05FFA3-107E-4ADB-AB06-02763B55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40178-9B6D-4BE8-89E8-D142C2BB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今日は、この方が片付けを始める前に、どこでつまずいていたのか。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そして、何を変えたから前へ進めたのか、三つに分けてお話しします。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EF1352-D9B9-4558-A5B7-1677A2B0D2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279fc89974a1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3B0C08-0BEE-4EED-A72F-4AB97875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EC7832-E879-4A37-A3B8-A89BF035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06 / 41</a:t>
            </a:r>
          </a:p>
        </p:txBody>
      </p:sp>
    </p:spTree>
    <p:extLst>
      <p:ext uri="{BB962C8B-B14F-4D97-AF65-F5344CB8AC3E}">
        <p14:creationId xmlns:p14="http://schemas.microsoft.com/office/powerpoint/2010/main" val="18309232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E43861-9335-4DBD-9781-1673516E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4ECC55-F75D-4F5E-B054-0A2EB275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13159-9AD9-42DE-94BD-1E692DB6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70865-FF01-4104-A314-F749C1E1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C2508-6CD2-4063-A2CB-6EFFB02F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392FC2-E6B8-4ED4-8839-AA296DF4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週末に気合いを入れれば、一気に片付くと思っていたことです。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E06E96-1203-471E-9D7B-B214C81B76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ce9d7949b44d6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74DA1B-44E6-4FAA-A1EA-0FB17AFD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251DB-E03F-40D8-A11B-F7E706E1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07 / 41</a:t>
            </a:r>
          </a:p>
        </p:txBody>
      </p:sp>
    </p:spTree>
    <p:extLst>
      <p:ext uri="{BB962C8B-B14F-4D97-AF65-F5344CB8AC3E}">
        <p14:creationId xmlns:p14="http://schemas.microsoft.com/office/powerpoint/2010/main" val="1379579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6A625D-AFCA-4932-9A58-B51E55BC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339ED-E852-4636-BCC4-1863770D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A53ED6-DEF7-429A-B533-F3C85A2E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D7E7E8-395E-4083-BBF5-D76AB460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気合いでは動けない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F9B2B-D917-4FEC-9278-AAEAB4F1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7CB005-D3EF-43A7-BBC6-5E8BF319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金曜の夜に決意するのは悪くありません。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でも、土曜の朝に部屋全体を見渡して「全部やらなきゃ」と思ったら、何を先にするか決めるだけで疲れてしまいます。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7AEC6E-4B56-41D9-9EA0-5F619BED10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d09254842745a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AC545E-507B-4D76-87FB-19FDA669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9F209A-26F7-4F41-9677-DB980244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08 / 41</a:t>
            </a:r>
          </a:p>
        </p:txBody>
      </p:sp>
    </p:spTree>
    <p:extLst>
      <p:ext uri="{BB962C8B-B14F-4D97-AF65-F5344CB8AC3E}">
        <p14:creationId xmlns:p14="http://schemas.microsoft.com/office/powerpoint/2010/main" val="14071628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218342-453E-4BD8-9797-E7A31EC2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3D045-1E36-4917-8F7A-47A6611C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87026C-442A-488D-AF0A-B9F1349A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6768EF-E777-4D7D-8177-107FA0F8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気合いでは動けない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61861-9503-4FF4-AED5-B468B9BD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60A1C-F9BA-4283-B731-C84DEC22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そこで動けない自分を「怠けている」と責めたら、ますます始めにくくなりますよね。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100B59-649D-48A4-9A1F-F33B64CFF6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ee8b451156459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A2DE36-0729-4C15-B1D9-2966E120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72B18-DAD8-4D39-A041-249B3F0E2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09 / 41</a:t>
            </a:r>
          </a:p>
        </p:txBody>
      </p:sp>
    </p:spTree>
    <p:extLst>
      <p:ext uri="{BB962C8B-B14F-4D97-AF65-F5344CB8AC3E}">
        <p14:creationId xmlns:p14="http://schemas.microsoft.com/office/powerpoint/2010/main" val="16099616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9E107-579F-4C97-BA65-543D15B2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0CA339-A163-4249-BBC4-DD4A73D9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CA0E34-646E-4354-A4EF-3AA8EAA0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8C23B-1945-4077-9D2F-D50C60FA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片付ける順番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322A5-3824-4A2F-A5B6-3B796F5B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1126C6-C7A9-4121-AB96-B9549228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真面目な方ほど、片付けにも満点を求めがちです。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でも大事なのは、気合いの量より順番です。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BD9FE2-03AE-411E-91F8-5A6565AD73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03c117d6a4661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6F9BD-6735-4EF9-A86A-52AFDCEF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B5D2EC-CECC-4FD1-ACEC-F7FF59EA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10 / 41</a:t>
            </a:r>
          </a:p>
        </p:txBody>
      </p:sp>
    </p:spTree>
    <p:extLst>
      <p:ext uri="{BB962C8B-B14F-4D97-AF65-F5344CB8AC3E}">
        <p14:creationId xmlns:p14="http://schemas.microsoft.com/office/powerpoint/2010/main" val="3639191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3EFF21-8EE7-4CD6-B157-A30251BA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A6F23A-7ADB-4324-9ED3-E9AF5378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05EFE9-EBEB-4DEA-A457-0A0F0D38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7476D6-50E9-486F-B900-53A529E0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片付ける順番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1A1E0A-66E6-4C37-B6A0-B1FBB44C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90EDD-6324-4E14-B519-F37AB0A0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最初から部屋全部を相手にせず、今日扱う範囲を決める。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物を見て、残すか手放すかを一つずつ選ぶ。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7B4AEE-62DF-40E2-800F-E381C9DD1E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17c46ccf6a419f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B1EE46-E1CD-4D46-8AF5-4458C112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D85444-8310-4952-9B36-432E993E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11 / 41</a:t>
            </a:r>
          </a:p>
        </p:txBody>
      </p:sp>
    </p:spTree>
    <p:extLst>
      <p:ext uri="{BB962C8B-B14F-4D97-AF65-F5344CB8AC3E}">
        <p14:creationId xmlns:p14="http://schemas.microsoft.com/office/powerpoint/2010/main" val="15735813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3BBCFD-CAF8-4BE5-BF6A-A6990288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82687A-1E76-4D45-932D-075B5853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9DA63-3BD2-4C4A-97A3-32CF9155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92461B-2167-4765-9B07-604F9F51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片付ける順番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A2EA2-F48B-4430-A2B4-DFD273E8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D897D-DA89-4369-BE7D-6C0296BB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まずはそこからです。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8FDAD-8FC5-4DB5-8676-66D80F977E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50da555cb5454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814B0A-3CA1-46D5-87B4-7A145761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E7AD34-4AFF-46BA-97CD-184E53BB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12 / 41</a:t>
            </a:r>
          </a:p>
        </p:txBody>
      </p:sp>
    </p:spTree>
    <p:extLst>
      <p:ext uri="{BB962C8B-B14F-4D97-AF65-F5344CB8AC3E}">
        <p14:creationId xmlns:p14="http://schemas.microsoft.com/office/powerpoint/2010/main" val="13659162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11819-D15F-4B90-8669-ED933001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823EB8-5E4E-4679-88EB-04B8A81A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B18948-A28B-410A-AAF2-FA07DEC3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D1CB2-A9BB-4B76-A687-556D2B83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まず一つの箱から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18BFC-EBE8-462A-9EBA-C4AFCEA8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A1755-5E66-426D-A583-CE8E43EA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たとえば「リビングを全部」ではなく、まず目の前の一つの箱。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その箱の中に何があるかを見て、今日使う物と、もう役目を終えた物を分ける。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B9E7C-DDA8-47D3-A0FB-945236A67E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5d3e6055f14df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E06355-64DE-4D51-AAFE-8AC328F5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A0F40E-E10A-4998-AAFF-C20F5874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13 / 41</a:t>
            </a:r>
          </a:p>
        </p:txBody>
      </p:sp>
    </p:spTree>
    <p:extLst>
      <p:ext uri="{BB962C8B-B14F-4D97-AF65-F5344CB8AC3E}">
        <p14:creationId xmlns:p14="http://schemas.microsoft.com/office/powerpoint/2010/main" val="165321647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B92B22-37F4-4C73-926D-7290EDC8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44087-A941-4FEE-81C4-977DB0B1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01C260-BD05-437B-817D-339EA9E9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E76AA0-768C-4115-BD65-8A1004BF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まず一つの箱から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C8356-5033-4831-A50A-452A0915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5166AF-F7B1-4CA1-9D19-3CA466DE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小さく始めるのは甘えではありません。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次の行動が分かる形にするためです。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C73565-1956-4526-9108-F60C640FED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0c962797448b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3210B7-0176-490D-9D8E-42093526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DB2E2A-3DB6-41F0-B966-74D83018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14 / 41</a:t>
            </a:r>
          </a:p>
        </p:txBody>
      </p:sp>
    </p:spTree>
    <p:extLst>
      <p:ext uri="{BB962C8B-B14F-4D97-AF65-F5344CB8AC3E}">
        <p14:creationId xmlns:p14="http://schemas.microsoft.com/office/powerpoint/2010/main" val="16829618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CB0899-F3CC-40F3-A7B0-B03960B6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73735-4709-4618-8C46-23733F72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C1D21F-2571-4DF0-B257-18622C90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B9F7D-C3AE-41C1-B381-B8C141C5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C1872-89E1-4DA3-9A64-88F2F2C4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3002E3-A8BB-43E0-B50B-29EAC13B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「また使うかも」のたびに、物を持つ基準を先送りしていたことです。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542EF-700D-4C53-A32A-F1ED31D686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9b96dca65440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D314A-9916-4BD0-A1AB-BE5257F6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324592-9789-4744-9E60-8E1FCB77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15 / 41</a:t>
            </a:r>
          </a:p>
        </p:txBody>
      </p:sp>
    </p:spTree>
    <p:extLst>
      <p:ext uri="{BB962C8B-B14F-4D97-AF65-F5344CB8AC3E}">
        <p14:creationId xmlns:p14="http://schemas.microsoft.com/office/powerpoint/2010/main" val="139650013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6B4227-550C-4CD6-83F2-032560D8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800C50-D622-4A8B-B727-26541604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FFA78-7CAA-45A8-812B-A4BCAFDF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5A6B1-D549-481C-B900-EEB87579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「また使うかも」の先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7F696C-6EA1-4CD7-BB8F-F2FBC8B4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A5F2EA-6014-4262-A9F2-DD6794CC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もったいないと思う気持ちを、私は責めません。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ただ、物を一つずつ眺めるだけでは、同じ種類の物を全部でいくつ持っているか分かりません。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45F4B-1866-4656-B954-DB7409691C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eac55dcdb49f5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CC1E4-7E5E-492C-9C2E-F02EC335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50D1A-DCA9-4A76-82EE-5DF4F4E2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16 / 41</a:t>
            </a:r>
          </a:p>
        </p:txBody>
      </p:sp>
    </p:spTree>
    <p:extLst>
      <p:ext uri="{BB962C8B-B14F-4D97-AF65-F5344CB8AC3E}">
        <p14:creationId xmlns:p14="http://schemas.microsoft.com/office/powerpoint/2010/main" val="100078241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9B6D43-5946-4AB0-B4B9-03AC02C0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3446E7-8121-44F7-85B1-D17AF27B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39E16-D4C6-4D26-88C8-8F9F8354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111A3E-AABA-4D1D-9053-5D8873D1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「また使うかも」の先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31C155-EE07-4DB5-BB87-E92BD446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DD08B1-0ECC-49E6-991D-DCF626C9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全量が見えないままなら、似た物をまた買ってしまうこともあります。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8396FE-2F8E-4FB1-AE80-12183F2FF3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5f87631cec4ea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3BBFCF-E1FD-41F3-B9CE-E848C16C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8556B0-ED1A-4CBA-83DE-CA87E8EC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17 / 41</a:t>
            </a:r>
          </a:p>
        </p:txBody>
      </p:sp>
    </p:spTree>
    <p:extLst>
      <p:ext uri="{BB962C8B-B14F-4D97-AF65-F5344CB8AC3E}">
        <p14:creationId xmlns:p14="http://schemas.microsoft.com/office/powerpoint/2010/main" val="159037256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07BCB9-BE81-4DB0-95CD-ED864FEE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C3EF4-D7AD-42BE-893E-5C28D428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1FD93-8F72-4ECE-B588-1012B9C3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27D431-C765-4001-B49D-CDA67C57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必要な量を選べた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F28B86-B79F-4DD5-A73A-C3D29D48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CA5EB-8120-4E5C-B04D-D543F3A2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この方は後に、同じカテゴリーの物を集めて管理するようになりました。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すると「本当に必要？」と自分に聞けるようになり、特に100円ショップで余分な物を買わなくなったそうです。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D81B8B-7AB6-4672-B1D3-D194FE594D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9de8a7c9048a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37A320-0D3C-44FA-B210-D596E763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8798B1-8204-4B84-917D-09ED5F94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18 / 41</a:t>
            </a:r>
          </a:p>
        </p:txBody>
      </p:sp>
    </p:spTree>
    <p:extLst>
      <p:ext uri="{BB962C8B-B14F-4D97-AF65-F5344CB8AC3E}">
        <p14:creationId xmlns:p14="http://schemas.microsoft.com/office/powerpoint/2010/main" val="54065037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DB3B80-5043-4D27-A7A4-2F36F2D8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F50F93-BD61-40A9-8ECB-0FF54E00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6A5406-0C06-4714-B37A-3A1ECE9E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5A0259-1F89-4DFD-B12B-B4452B82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必要な量を選べた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700B8C-26B1-4610-AC78-AD34E688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AF1F6-9E44-4A97-BA87-5114B21F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捨てる勇気だけでなく、選ぶ基準を持てたことが大きいんです。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C59588-950F-4498-9B37-90AC9295B9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e472e923564b21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0375C8-BEEB-47EF-8FE5-FBA0B083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9B351D-8FCA-4AB7-8132-D209C515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19 / 41</a:t>
            </a:r>
          </a:p>
        </p:txBody>
      </p:sp>
    </p:spTree>
    <p:extLst>
      <p:ext uri="{BB962C8B-B14F-4D97-AF65-F5344CB8AC3E}">
        <p14:creationId xmlns:p14="http://schemas.microsoft.com/office/powerpoint/2010/main" val="49061754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4D3398-532D-4C2D-AC83-E6184AE6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9F316A-A2CB-458F-A23A-236BDCDA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43B65-E0B8-4015-A63C-F3D6DADB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A9FEAF-C002-4199-B491-C28FB30C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全量を見る意味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49616A-3978-4451-B236-1BC6129F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34AEDF-7858-4C59-8DB1-B9EF7E66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家にある物の量を知らないまま買い物をすれば、必要かどうかを判断する材料が足りません。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逆に全量が分かれば、「もう家にある」「この数で足りる」と決められます。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82E38-3A9B-4544-8F4D-AAC20E5BA5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c62eb60b4417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8A95D8-0D9C-4634-8017-5BCC67E4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8C67B3-BB52-478F-8181-C565B68C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20 / 41</a:t>
            </a:r>
          </a:p>
        </p:txBody>
      </p:sp>
    </p:spTree>
    <p:extLst>
      <p:ext uri="{BB962C8B-B14F-4D97-AF65-F5344CB8AC3E}">
        <p14:creationId xmlns:p14="http://schemas.microsoft.com/office/powerpoint/2010/main" val="181390326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281B79-DACD-4B0D-911E-ECAC6641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E7C743-DA40-466C-A666-32368A4E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9DA2E9-71CD-463B-8EA8-DFA08251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3EC2D4-7F9C-475E-BBD1-65AF037F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全量を見る意味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8F562B-62AC-4E29-9410-4C60BB21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FFCB2-214D-4E1F-8E8F-1332C82A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片付けは、ただ減らす競争ではなく、自分の暮らしに必要な量を選び直すことなんです。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643D25-5566-401B-9644-2C8384B006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24fd8935554a91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EC36A5-C9C7-4467-9EA5-E6B834EC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17C4AB-F09A-4F44-9862-9C051567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21 / 41</a:t>
            </a:r>
          </a:p>
        </p:txBody>
      </p:sp>
    </p:spTree>
    <p:extLst>
      <p:ext uri="{BB962C8B-B14F-4D97-AF65-F5344CB8AC3E}">
        <p14:creationId xmlns:p14="http://schemas.microsoft.com/office/powerpoint/2010/main" val="136012959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B94381-C540-4DB0-ADCE-4ABF1701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DD4C19-528D-4F9C-99CA-9AC82EEF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96CB9E-0AF3-4A5D-B23E-E8ED2AEC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08504B-FAEE-48C7-ABA7-D7F67C3A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B6759E-896E-46A7-81D6-0407C5A9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D86309-FCD2-446B-A472-2F202AB0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片付けを、捨てる作業だけで終わるものと考えていたことです。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71B170-8421-4E7C-AA4A-A3B2B65A4C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5cf4cc9e43488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D2F1F4-37E3-46D7-B363-6B93873C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9716D-71B7-4CD0-ABA6-FB0C6BF3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22 / 41</a:t>
            </a:r>
          </a:p>
        </p:txBody>
      </p:sp>
    </p:spTree>
    <p:extLst>
      <p:ext uri="{BB962C8B-B14F-4D97-AF65-F5344CB8AC3E}">
        <p14:creationId xmlns:p14="http://schemas.microsoft.com/office/powerpoint/2010/main" val="2920588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74DA94-D07E-4CD3-A8DB-FD3A8EDE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59B87-09B3-4EC1-A5A5-BC8FA50D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BCB953-D02F-40F6-BF46-C84A2E7D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D66BF-2464-4F25-B908-0EAA65A0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捨てた後の住所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53BAE-869F-45F9-B6AA-03CAA1A7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71EB1-B115-4E98-910D-16B99DB3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捨てれば一時的に空間はできます。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でも残した物の住所が決まらなければ、使った後にまた置き場所に迷います。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B6FD6-C796-439A-94FD-3C37232E89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9ef1239b0947d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7C79B3-354F-4BFD-B424-69FBB0CA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CB07A0-1E79-43AE-BD6F-A2625F5D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23 / 41</a:t>
            </a:r>
          </a:p>
        </p:txBody>
      </p:sp>
    </p:spTree>
    <p:extLst>
      <p:ext uri="{BB962C8B-B14F-4D97-AF65-F5344CB8AC3E}">
        <p14:creationId xmlns:p14="http://schemas.microsoft.com/office/powerpoint/2010/main" val="14281668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633A1A-AF28-4B5D-9301-89614EA4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BBBEFC-CAE9-4E13-975F-1B2BBA5C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8342F-0AAA-40A5-880D-8905C884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5B2607-AF22-42E1-AB18-9F2573EE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捨てた後の住所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4A4E2C-B9E5-4E3B-8449-B16C4785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031E0-BE58-483C-8A54-CEA20700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片付いた状態を続けるには、物を適正量にして、使いやすく整え、戻す行動までつなげる必要があります。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61CAF0-A99C-49B7-997E-BFC71D51B9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bb68bc32e540a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013D2D-6ADE-4343-AB54-D113F2D8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868C63-6ADD-47A1-BC45-1495DCDC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24 / 41</a:t>
            </a:r>
          </a:p>
        </p:txBody>
      </p:sp>
    </p:spTree>
    <p:extLst>
      <p:ext uri="{BB962C8B-B14F-4D97-AF65-F5344CB8AC3E}">
        <p14:creationId xmlns:p14="http://schemas.microsoft.com/office/powerpoint/2010/main" val="43257526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1DA5A6-CB36-4A99-BEB0-795F7434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F54A6-4D57-460B-9012-76EFD678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EFF20-E5AF-4BF6-A45C-164BAFCC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5E7FB-4D61-466D-9741-4F5F15F4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減らす・整える・戻す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2D0BE-D99C-477C-89E3-5354CE19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9CCEF3-6E35-4D7E-B5A1-9DF76359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この三つは、順番を入れ替えるとうまくいきにくいんです。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量が多すぎるまま収納用品だけ増やしても、何をどこに置くか迷います。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9AB985-2741-4AB4-8101-3809672098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292b374e7446a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607E4A-050B-449E-B875-78BB7167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190765-FF1C-4542-AF46-33412EBC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25 / 41</a:t>
            </a:r>
          </a:p>
        </p:txBody>
      </p:sp>
    </p:spTree>
    <p:extLst>
      <p:ext uri="{BB962C8B-B14F-4D97-AF65-F5344CB8AC3E}">
        <p14:creationId xmlns:p14="http://schemas.microsoft.com/office/powerpoint/2010/main" val="77092492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6A50F9-7D81-4B22-B769-295C4720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6FF471-BC51-45FE-B5D1-268A74E5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F3BB97-8797-4E2E-B4F3-7AA52836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59682-BD23-4D05-966A-85FD40FF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減らす・整える・戻す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7A1D9B-E952-4D71-8016-148CA7CC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8129F5-29EB-4F99-A891-6F4EB4E8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物を減らしただけで終われば、使うたびに散らかります。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だから1秒収納では、「減らす・整える・戻す」を一続きで考えます。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EDB599-373D-4875-BDD0-B67E6AE088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5d9a2017694753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E84FAE-7D2C-423B-9EAB-D3D89AA0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BD163E-06BB-486A-8EDC-900FED06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26 / 41</a:t>
            </a:r>
          </a:p>
        </p:txBody>
      </p:sp>
    </p:spTree>
    <p:extLst>
      <p:ext uri="{BB962C8B-B14F-4D97-AF65-F5344CB8AC3E}">
        <p14:creationId xmlns:p14="http://schemas.microsoft.com/office/powerpoint/2010/main" val="149980770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2EBEA5-FD39-454E-99E5-A01CE214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3D85A9-7E58-44CF-9CCB-580E45D2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4E5BA7-5115-4308-B78A-3E51BF61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1DCC6-DB34-4E12-9E83-9CA77065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始まりは作業会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29B7FB-D9E9-4B8C-8ACA-77675F47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9ACB3-3356-4D44-9C72-9D85C072E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では、この方はどうしたか。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始まりは、講座が始まる前に勇気を出して参加した作業会でした。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D58E4-CA9D-45F8-A8CC-41A88916C8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adf1cc6aae4eb3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B870B3-6063-4EDB-BB74-5A2536D7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8913DC-D53A-41C6-B219-DC9905C8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27 / 41</a:t>
            </a:r>
          </a:p>
        </p:txBody>
      </p:sp>
    </p:spTree>
    <p:extLst>
      <p:ext uri="{BB962C8B-B14F-4D97-AF65-F5344CB8AC3E}">
        <p14:creationId xmlns:p14="http://schemas.microsoft.com/office/powerpoint/2010/main" val="129875262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C30EC-E6D7-40FD-A51E-CAEDD1FA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E34868-6150-4E16-AAB7-70AC8661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FD922-BBFF-417E-866C-B3EE2165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E5015-776D-429A-A0CB-DE07E0DF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始まりは作業会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EEDA9E-20AE-4418-A206-3F6C5BA0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421CC0-B12E-41C1-9DB3-DB7C1B53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先生や先輩と一緒に取り組み、その日に60個を手放せたそうです。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「私にもできそう」という感覚が、そこで生まれました。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FB758E-A513-409B-8EF1-D3CCD5A90E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ec4009c24433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AFCEA0-01FF-40E7-B5B1-E419EBC9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B2EA2E-0646-4F6F-8DEF-647598A8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28 / 41</a:t>
            </a:r>
          </a:p>
        </p:txBody>
      </p:sp>
    </p:spTree>
    <p:extLst>
      <p:ext uri="{BB962C8B-B14F-4D97-AF65-F5344CB8AC3E}">
        <p14:creationId xmlns:p14="http://schemas.microsoft.com/office/powerpoint/2010/main" val="13362103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388E16-5CDA-4CC2-91B7-F75F27E6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D83E2-4245-4965-B23B-C85998E1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2413A0-9B71-4426-8FE3-69C23C45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C7B79F-83B8-4614-8D7C-66C84F28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一人で抱え込まない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CDFE8-F064-4417-A45F-F01D9BAC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D4DBE-E933-4402-AF9B-98074B1A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その後は、仲間と作業する場所を使いながら、ほぼ毎日続けていきました。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私はここを、ただ頑張った話で終わらせたくありません。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2D9465-0D1A-47DF-865B-223E2A589E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02f4b321eb47a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99254D-EC46-48C5-BAFE-5607DCE3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B273ED-F261-4BCD-B9D2-FD305946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29 / 41</a:t>
            </a:r>
          </a:p>
        </p:txBody>
      </p:sp>
    </p:spTree>
    <p:extLst>
      <p:ext uri="{BB962C8B-B14F-4D97-AF65-F5344CB8AC3E}">
        <p14:creationId xmlns:p14="http://schemas.microsoft.com/office/powerpoint/2010/main" val="151254889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1503F5-AFD1-4D1D-9446-635CEE06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F1FC68-086E-4EFE-B66F-D50F990A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563288-0D62-4F17-AC4E-813D37B2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3F51E1-2B72-494F-98D7-DA4D8825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一人で抱え込まない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AF8B0-469D-4C48-9165-D2E3FC19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0FC9B-4FA0-4C5F-AD12-8EE15C7A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一人で物の山と向き合って自分を責めるやり方から、範囲を決め、助けを借りて、今日の一歩を積むやり方に変わったんです。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AB9956-5BD8-4231-A47E-0E03774E42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87d0882077405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D7B95C-825E-4CF6-A756-15E6D960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50CCEB-AC7C-4606-BEC3-38398AE0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30 / 41</a:t>
            </a:r>
          </a:p>
        </p:txBody>
      </p:sp>
    </p:spTree>
    <p:extLst>
      <p:ext uri="{BB962C8B-B14F-4D97-AF65-F5344CB8AC3E}">
        <p14:creationId xmlns:p14="http://schemas.microsoft.com/office/powerpoint/2010/main" val="114690872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94DA54-9040-460A-9748-2C626880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B1D1CA-98E9-4274-9B56-A0B4BE62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370E30-39A9-4490-A570-0C6EB2E2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B0F4FE-CE56-4ACC-AAE6-522E6890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卒論に残る変化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CD401-198C-45CE-BB42-A836759B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A42AF2-3D37-459A-94E6-5636BFFB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卒論に書かれた変化は、捨てるハードルが下がったことだけではありません。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物を買う前に必要か考え、同じ種類の物の全量を見て、置き場所を考えるようになった。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2CF0F8-6A9C-4A26-BFE5-80AB9E7D34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673c8d174846a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E95AC5-318A-47A9-82CD-C87579D8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6200B-C62A-4903-899D-E0F47915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31 / 41</a:t>
            </a:r>
          </a:p>
        </p:txBody>
      </p:sp>
    </p:spTree>
    <p:extLst>
      <p:ext uri="{BB962C8B-B14F-4D97-AF65-F5344CB8AC3E}">
        <p14:creationId xmlns:p14="http://schemas.microsoft.com/office/powerpoint/2010/main" val="68048778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50AD8-3497-4F83-B95F-8ECED65D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84FBB9-9A4E-40CB-8E74-0F655259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1A4A48-4935-4106-8727-EA1C594C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3DBDE5-B068-4FD6-8249-AC55E806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卒論に残る変化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887E6-A11F-46F8-BF64-6EE1FCB4C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ED84EB-19C1-4281-9F5B-977C7627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さらに仕事でも「この作業は今必要？」と問い、優先順位をつけやすくなってきたそうです。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36370D-1D18-4467-98AF-DF6DD49A30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eee22678b4c0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5D2EA7-8A7D-47AD-B8A7-A0D4D7E1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5FCA8-8FDC-4DBA-BA34-6DFF8868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32 / 41</a:t>
            </a:r>
          </a:p>
        </p:txBody>
      </p:sp>
    </p:spTree>
    <p:extLst>
      <p:ext uri="{BB962C8B-B14F-4D97-AF65-F5344CB8AC3E}">
        <p14:creationId xmlns:p14="http://schemas.microsoft.com/office/powerpoint/2010/main" val="53696936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012273-D6F5-4C55-B585-07B23207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CE170B-9961-431F-87C7-94E91539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F6B27-2B9F-4A4D-B3CE-FCF5AD9D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4EA1A-A750-4797-B845-8F497E88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仕事にも広がった問い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65FD8F-09BB-47FC-8CAA-6839900A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FA260-4C20-403D-96D3-3ECCBFEE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ここが私は好きなんです。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家で物を選ぶ時に使った問いが、仕事の用事を選ぶ時にも使えるようになった。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FB582E-3E84-494C-A72A-15030D8AE6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48d7772c3498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B5386D-53C7-4682-8C8C-50098B59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F0D2A0-5B3D-49AE-9D14-A8DAB60D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33 / 41</a:t>
            </a:r>
          </a:p>
        </p:txBody>
      </p:sp>
    </p:spTree>
    <p:extLst>
      <p:ext uri="{BB962C8B-B14F-4D97-AF65-F5344CB8AC3E}">
        <p14:creationId xmlns:p14="http://schemas.microsoft.com/office/powerpoint/2010/main" val="107720769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AA5780-7591-4354-BAAB-3939A16D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AE482-E0C2-4F33-B0E5-749AF70B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9957FB-22B3-4095-9E7B-8BF6A5603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DB214-C673-4B5C-85F0-1C6485E4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仕事にも広がった問い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783931-428B-4889-ABA6-52165039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B4F49B-1E2E-4BCD-BEC4-099EB8F8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本人が、暮らしの中で考え方の変化を感じているんですね。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もちろん、誰もが同じように仕事まで変わるとは言いません。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3AC7D9-610F-4E96-83C2-A847756D07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eb4085202d40c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B41F66-DFC9-457E-ABA3-7EB52521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722A60-3596-44EC-B7F7-189956AC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34 / 41</a:t>
            </a:r>
          </a:p>
        </p:txBody>
      </p:sp>
    </p:spTree>
    <p:extLst>
      <p:ext uri="{BB962C8B-B14F-4D97-AF65-F5344CB8AC3E}">
        <p14:creationId xmlns:p14="http://schemas.microsoft.com/office/powerpoint/2010/main" val="110531744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FC513A-0AC7-4D74-ADDE-DCE51C8E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7FC9FD-CE67-4DA3-8F9B-B3214394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6145B7-AF91-4209-BF06-9A7798CE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E73F66-948E-4B48-AD1E-CEF29AB9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仕事にも広がった問い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C33580-D127-4008-85D2-A91459DE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7BBF0-7BAD-4659-A344-FC8A0AFD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この方が卒論に書いた、ご自身の変化です。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30207E-5497-4E3F-A928-0EBCEF5776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a0e9482d74d0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3CDB3A-FA50-468B-9D22-C1BE2430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46074-3F14-4428-94DB-9A9B6801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35 / 41</a:t>
            </a:r>
          </a:p>
        </p:txBody>
      </p:sp>
    </p:spTree>
    <p:extLst>
      <p:ext uri="{BB962C8B-B14F-4D97-AF65-F5344CB8AC3E}">
        <p14:creationId xmlns:p14="http://schemas.microsoft.com/office/powerpoint/2010/main" val="111301799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321703-4185-425B-AE58-69A79A8C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2967-0469-4012-81F9-9CB51DD2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EACB17-2580-4405-AF47-7E30779F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E4D8B3-2FC4-4A0A-B849-FA49FA4F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これからの目標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A6DE8-9E2F-4AD4-B1B8-6C9BCBB0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ED108D-4768-4EE9-A92C-D23BBE2A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家を訪れる方から、空いたスペースに驚かれることもありました。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ただし、この方が望む部屋づくりは、まだ続いています。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1220AE-B43B-4B28-BB78-5A490317C8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de9d0bb3c4a7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C394EF-1CB0-453C-9F6D-19159421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234B07-90A8-4831-B3A4-C1E56677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36 / 41</a:t>
            </a:r>
          </a:p>
        </p:txBody>
      </p:sp>
    </p:spTree>
    <p:extLst>
      <p:ext uri="{BB962C8B-B14F-4D97-AF65-F5344CB8AC3E}">
        <p14:creationId xmlns:p14="http://schemas.microsoft.com/office/powerpoint/2010/main" val="194788299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3CBC6E-1FA9-4DD6-94D1-9D8D16AE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094E0-6BD7-4CC3-BCD9-5BBE5A67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492AEC-3626-4FC8-920F-6B5A8B6C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DDD49-09C1-4000-B853-F70C3E33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これからの目標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D71358-265B-4102-B027-5CB1741E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607AB6-F0B1-4102-9A8B-EC664858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ご主人が動きやすいダイニングのレイアウトや、友人を招くことは、卒論に書かれたこれからの目標です。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370FD1-E24D-4614-8F53-0D9668F7A8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2a72e32f444cb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2B4C77-A13D-46AF-B180-2088F390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FF73D-4CCA-469A-9A43-35245E274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37 / 41</a:t>
            </a:r>
          </a:p>
        </p:txBody>
      </p:sp>
    </p:spTree>
    <p:extLst>
      <p:ext uri="{BB962C8B-B14F-4D97-AF65-F5344CB8AC3E}">
        <p14:creationId xmlns:p14="http://schemas.microsoft.com/office/powerpoint/2010/main" val="49729749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86AC5C-0205-4FF4-8220-8629C3C7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39169-5CBE-4278-ABF1-D625AE42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E70F4-9AED-4A80-895A-C3F94CDE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F83F2B-0CDF-4D8A-9509-A4C9043F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今日からの一歩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6B1F7-7EEE-4643-8ED6-AFEB414D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2594FC-9B71-48F6-BC9B-F463BCB7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もしあなたも、金曜の夜はやる気があるのに土曜には動けなくなるなら、「またできなかった」と決めつけないでください。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まず、どの範囲を何のために片付けるかを決める。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C45ACB-CE3E-4097-B08F-2758161D20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b1a9892e5a4fb3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4B194-A082-40AF-B3C7-D1BDE16B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E5EF08-B626-4245-954E-50B9AC28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38 / 41</a:t>
            </a:r>
          </a:p>
        </p:txBody>
      </p:sp>
    </p:spTree>
    <p:extLst>
      <p:ext uri="{BB962C8B-B14F-4D97-AF65-F5344CB8AC3E}">
        <p14:creationId xmlns:p14="http://schemas.microsoft.com/office/powerpoint/2010/main" val="91412294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A3C3B8-DBE4-490C-8FE0-7173D6E5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6021C0-BDE3-4081-86EF-402779F4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519DA2-9D6E-4A01-B101-B3C64DC5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4D690F-6974-4729-A41B-6477E814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今日からの一歩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CA730C-EF26-4503-91C0-D3E7F7F9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425B2F-4867-4C7C-8D53-FFB8A7DC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そして、残す物の量、住所、戻す行動まで、順番に考えていきましょう。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168178-6416-4150-AADE-7A1C8D73D4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089c1b729f4395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BC298-3E86-4C74-B26A-4B4E441E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E9A6DC-70BD-41C5-827B-3451EC12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39 / 41</a:t>
            </a:r>
          </a:p>
        </p:txBody>
      </p:sp>
    </p:spTree>
    <p:extLst>
      <p:ext uri="{BB962C8B-B14F-4D97-AF65-F5344CB8AC3E}">
        <p14:creationId xmlns:p14="http://schemas.microsoft.com/office/powerpoint/2010/main" val="196330796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22802-1C59-4E6F-ACF0-610AD6A8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B7C4FA-EE1E-458F-8ADF-F42B916A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8D8E3-09C8-47C3-AC9D-0D149BBF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242911-4AE9-46AA-B9F0-7BD7CF22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1秒収納へ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976AF4-A25E-4483-9B07-F291DE7B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A24252-F54C-4858-9042-C9D5D755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片付け方だけを増やしても、「全部を一度にやらなければ」という脳の癖がそのままなら、始める前に苦しくなります。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真面目で頑張り屋な方が、頑張り方を変えられるようにするのが1秒収納です。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114C3-146B-4D4F-8010-351EA7259B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71c3a17b324a0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F75C68-EF66-441B-9031-012D6A65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721FCD-1087-435D-B7C6-2B7421E9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40 / 41</a:t>
            </a:r>
          </a:p>
        </p:txBody>
      </p:sp>
    </p:spTree>
    <p:extLst>
      <p:ext uri="{BB962C8B-B14F-4D97-AF65-F5344CB8AC3E}">
        <p14:creationId xmlns:p14="http://schemas.microsoft.com/office/powerpoint/2010/main" val="182195081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8E3CA7-B832-438D-929E-2757C830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8A8EA9-1524-4712-B59B-C5F1DCDF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9C23D8-00F8-4C35-8167-148A74BD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30CFE9-1C1B-4ED6-A137-111FE556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1秒収納へ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050EDE-41EB-49D7-937B-548F266F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60C0D-CF12-4D31-8AD7-24D4467F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詳しく知りたい方は、概要欄から体験セミナーの詳細をご覧ください。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4FE77-0510-4ED4-9681-C593121446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be9528d4b4d5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2DE9EA-F3F4-4081-B392-7ED6D2BD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9FEE8-3875-48E1-8682-1D2CA69D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41 / 41</a:t>
            </a:r>
          </a:p>
        </p:txBody>
      </p:sp>
    </p:spTree>
    <p:extLst>
      <p:ext uri="{BB962C8B-B14F-4D97-AF65-F5344CB8AC3E}">
        <p14:creationId xmlns:p14="http://schemas.microsoft.com/office/powerpoint/2010/main" val="18738029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2026-10-20T10:10:01.9950000Z</dcterms:created>
  <dcterms:modified xsi:type="dcterms:W3CDTF">2026-10-20T10:10:01.9950000Z</dcterms:modified>
</coreProperties>
</file>