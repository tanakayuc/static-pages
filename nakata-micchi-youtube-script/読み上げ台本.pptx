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0e87a179ad5433d" /><Relationship Type="http://schemas.openxmlformats.org/officeDocument/2006/relationships/extended-properties" Target="/docProps/app.xml" Id="Rc94b7864f1154405" /><Relationship Type="http://schemas.openxmlformats.org/officeDocument/2006/relationships/officeDocument" Target="/ppt/presentation.xml" Id="Rf842a3e00b4c49a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c4482f2e89e47f0"/>
  </p:sldMasterIdLst>
  <p:notesMasterIdLst>
    <p:notesMasterId xmlns:r="http://schemas.openxmlformats.org/officeDocument/2006/relationships" r:id="R83fbb7a165884d76"/>
  </p:notesMasterIdLst>
  <p:sldIdLst>
    <p:sldId xmlns:r="http://schemas.openxmlformats.org/officeDocument/2006/relationships" id="256" r:id="Rc7e48855ee774d79"/>
    <p:sldId xmlns:r="http://schemas.openxmlformats.org/officeDocument/2006/relationships" id="257" r:id="R1369c71ccd9148e7"/>
    <p:sldId xmlns:r="http://schemas.openxmlformats.org/officeDocument/2006/relationships" id="258" r:id="R8dd11944f2f94023"/>
    <p:sldId xmlns:r="http://schemas.openxmlformats.org/officeDocument/2006/relationships" id="259" r:id="R4b28137ccf434f78"/>
    <p:sldId xmlns:r="http://schemas.openxmlformats.org/officeDocument/2006/relationships" id="260" r:id="R9ae3463187e44dac"/>
    <p:sldId xmlns:r="http://schemas.openxmlformats.org/officeDocument/2006/relationships" id="261" r:id="Rf69979d8acd648d5"/>
    <p:sldId xmlns:r="http://schemas.openxmlformats.org/officeDocument/2006/relationships" id="262" r:id="Ra7a94775f082475c"/>
    <p:sldId xmlns:r="http://schemas.openxmlformats.org/officeDocument/2006/relationships" id="263" r:id="Rf6440a9d4f984c1c"/>
    <p:sldId xmlns:r="http://schemas.openxmlformats.org/officeDocument/2006/relationships" id="264" r:id="R050f2d1c00a44ee8"/>
    <p:sldId xmlns:r="http://schemas.openxmlformats.org/officeDocument/2006/relationships" id="265" r:id="Red4da8ea2fd14d39"/>
    <p:sldId xmlns:r="http://schemas.openxmlformats.org/officeDocument/2006/relationships" id="266" r:id="R5817b1ad70c149d3"/>
    <p:sldId xmlns:r="http://schemas.openxmlformats.org/officeDocument/2006/relationships" id="267" r:id="Rb7fffa5755e24df4"/>
    <p:sldId xmlns:r="http://schemas.openxmlformats.org/officeDocument/2006/relationships" id="268" r:id="R3f2a5fa4698c4f8c"/>
    <p:sldId xmlns:r="http://schemas.openxmlformats.org/officeDocument/2006/relationships" id="269" r:id="R37df2ab353314ee2"/>
    <p:sldId xmlns:r="http://schemas.openxmlformats.org/officeDocument/2006/relationships" id="270" r:id="R6c260798c19f43ed"/>
    <p:sldId xmlns:r="http://schemas.openxmlformats.org/officeDocument/2006/relationships" id="271" r:id="R2547417e0ead423c"/>
    <p:sldId xmlns:r="http://schemas.openxmlformats.org/officeDocument/2006/relationships" id="272" r:id="R3a63c481a61f46cf"/>
    <p:sldId xmlns:r="http://schemas.openxmlformats.org/officeDocument/2006/relationships" id="273" r:id="R1748135798ad4edc"/>
    <p:sldId xmlns:r="http://schemas.openxmlformats.org/officeDocument/2006/relationships" id="274" r:id="R2b6af2d59c3145d6"/>
    <p:sldId xmlns:r="http://schemas.openxmlformats.org/officeDocument/2006/relationships" id="275" r:id="Ra42ddf39254a49a1"/>
    <p:sldId xmlns:r="http://schemas.openxmlformats.org/officeDocument/2006/relationships" id="276" r:id="R3fbd8c4220e74018"/>
    <p:sldId xmlns:r="http://schemas.openxmlformats.org/officeDocument/2006/relationships" id="277" r:id="R040164dea0544b48"/>
    <p:sldId xmlns:r="http://schemas.openxmlformats.org/officeDocument/2006/relationships" id="278" r:id="R19ddcd55d66d4a6d"/>
    <p:sldId xmlns:r="http://schemas.openxmlformats.org/officeDocument/2006/relationships" id="279" r:id="Rb2a834d44ced4eff"/>
    <p:sldId xmlns:r="http://schemas.openxmlformats.org/officeDocument/2006/relationships" id="280" r:id="Ra95e0395cb2f4321"/>
    <p:sldId xmlns:r="http://schemas.openxmlformats.org/officeDocument/2006/relationships" id="281" r:id="R4b0d51629593454b"/>
    <p:sldId xmlns:r="http://schemas.openxmlformats.org/officeDocument/2006/relationships" id="282" r:id="Rc9a141896dc74161"/>
    <p:sldId xmlns:r="http://schemas.openxmlformats.org/officeDocument/2006/relationships" id="283" r:id="Re8259d75db7e458f"/>
    <p:sldId xmlns:r="http://schemas.openxmlformats.org/officeDocument/2006/relationships" id="284" r:id="Rcd2e4f9b7c8145fb"/>
    <p:sldId xmlns:r="http://schemas.openxmlformats.org/officeDocument/2006/relationships" id="285" r:id="R9289c8ed896f4ad2"/>
    <p:sldId xmlns:r="http://schemas.openxmlformats.org/officeDocument/2006/relationships" id="286" r:id="R985bc76c2c7d4932"/>
    <p:sldId xmlns:r="http://schemas.openxmlformats.org/officeDocument/2006/relationships" id="287" r:id="R6334639622b64de3"/>
    <p:sldId xmlns:r="http://schemas.openxmlformats.org/officeDocument/2006/relationships" id="288" r:id="R507666c6815e4f7d"/>
    <p:sldId xmlns:r="http://schemas.openxmlformats.org/officeDocument/2006/relationships" id="289" r:id="Rfd8d1b7db9c54488"/>
    <p:sldId xmlns:r="http://schemas.openxmlformats.org/officeDocument/2006/relationships" id="290" r:id="Rf5330da77b27412c"/>
    <p:sldId xmlns:r="http://schemas.openxmlformats.org/officeDocument/2006/relationships" id="291" r:id="R2dceb4cc04574c5e"/>
    <p:sldId xmlns:r="http://schemas.openxmlformats.org/officeDocument/2006/relationships" id="292" r:id="Rb7c3c9a3bcdc4733"/>
    <p:sldId xmlns:r="http://schemas.openxmlformats.org/officeDocument/2006/relationships" id="293" r:id="R5a65f7bf69b443b2"/>
    <p:sldId xmlns:r="http://schemas.openxmlformats.org/officeDocument/2006/relationships" id="294" r:id="Ra2e2b21f60e54e05"/>
    <p:sldId xmlns:r="http://schemas.openxmlformats.org/officeDocument/2006/relationships" id="295" r:id="Rce3b1f1d7c864e5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9937ee9ad0c4f10" /><Relationship Type="http://schemas.openxmlformats.org/officeDocument/2006/relationships/slideMaster" Target="/ppt/slideMasters/slideMaster1.xml" Id="R2c4482f2e89e47f0" /><Relationship Type="http://schemas.openxmlformats.org/officeDocument/2006/relationships/notesMaster" Target="/ppt/notesMasters/notesMaster1.xml" Id="R83fbb7a165884d76" /><Relationship Type="http://schemas.openxmlformats.org/officeDocument/2006/relationships/presProps" Target="/ppt/presProps.xml" Id="R9d75d1f756504b5b" /><Relationship Type="http://schemas.openxmlformats.org/officeDocument/2006/relationships/tableStyles" Target="/ppt/tableStyles.xml" Id="Rb490ef7d049b46a9" /><Relationship Type="http://schemas.openxmlformats.org/officeDocument/2006/relationships/slide" Target="/ppt/slides/slide1.xml" Id="Rc7e48855ee774d79" /><Relationship Type="http://schemas.openxmlformats.org/officeDocument/2006/relationships/slide" Target="/ppt/slides/slide2.xml" Id="R1369c71ccd9148e7" /><Relationship Type="http://schemas.openxmlformats.org/officeDocument/2006/relationships/slide" Target="/ppt/slides/slide3.xml" Id="R8dd11944f2f94023" /><Relationship Type="http://schemas.openxmlformats.org/officeDocument/2006/relationships/slide" Target="/ppt/slides/slide4.xml" Id="R4b28137ccf434f78" /><Relationship Type="http://schemas.openxmlformats.org/officeDocument/2006/relationships/slide" Target="/ppt/slides/slide5.xml" Id="R9ae3463187e44dac" /><Relationship Type="http://schemas.openxmlformats.org/officeDocument/2006/relationships/slide" Target="/ppt/slides/slide6.xml" Id="Rf69979d8acd648d5" /><Relationship Type="http://schemas.openxmlformats.org/officeDocument/2006/relationships/slide" Target="/ppt/slides/slide7.xml" Id="Ra7a94775f082475c" /><Relationship Type="http://schemas.openxmlformats.org/officeDocument/2006/relationships/slide" Target="/ppt/slides/slide8.xml" Id="Rf6440a9d4f984c1c" /><Relationship Type="http://schemas.openxmlformats.org/officeDocument/2006/relationships/slide" Target="/ppt/slides/slide9.xml" Id="R050f2d1c00a44ee8" /><Relationship Type="http://schemas.openxmlformats.org/officeDocument/2006/relationships/slide" Target="/ppt/slides/slide10.xml" Id="Red4da8ea2fd14d39" /><Relationship Type="http://schemas.openxmlformats.org/officeDocument/2006/relationships/slide" Target="/ppt/slides/slide11.xml" Id="R5817b1ad70c149d3" /><Relationship Type="http://schemas.openxmlformats.org/officeDocument/2006/relationships/slide" Target="/ppt/slides/slide12.xml" Id="Rb7fffa5755e24df4" /><Relationship Type="http://schemas.openxmlformats.org/officeDocument/2006/relationships/slide" Target="/ppt/slides/slide13.xml" Id="R3f2a5fa4698c4f8c" /><Relationship Type="http://schemas.openxmlformats.org/officeDocument/2006/relationships/slide" Target="/ppt/slides/slide14.xml" Id="R37df2ab353314ee2" /><Relationship Type="http://schemas.openxmlformats.org/officeDocument/2006/relationships/slide" Target="/ppt/slides/slide15.xml" Id="R6c260798c19f43ed" /><Relationship Type="http://schemas.openxmlformats.org/officeDocument/2006/relationships/slide" Target="/ppt/slides/slide16.xml" Id="R2547417e0ead423c" /><Relationship Type="http://schemas.openxmlformats.org/officeDocument/2006/relationships/slide" Target="/ppt/slides/slide17.xml" Id="R3a63c481a61f46cf" /><Relationship Type="http://schemas.openxmlformats.org/officeDocument/2006/relationships/slide" Target="/ppt/slides/slide18.xml" Id="R1748135798ad4edc" /><Relationship Type="http://schemas.openxmlformats.org/officeDocument/2006/relationships/slide" Target="/ppt/slides/slide19.xml" Id="R2b6af2d59c3145d6" /><Relationship Type="http://schemas.openxmlformats.org/officeDocument/2006/relationships/slide" Target="/ppt/slides/slide20.xml" Id="Ra42ddf39254a49a1" /><Relationship Type="http://schemas.openxmlformats.org/officeDocument/2006/relationships/slide" Target="/ppt/slides/slide21.xml" Id="R3fbd8c4220e74018" /><Relationship Type="http://schemas.openxmlformats.org/officeDocument/2006/relationships/slide" Target="/ppt/slides/slide22.xml" Id="R040164dea0544b48" /><Relationship Type="http://schemas.openxmlformats.org/officeDocument/2006/relationships/slide" Target="/ppt/slides/slide23.xml" Id="R19ddcd55d66d4a6d" /><Relationship Type="http://schemas.openxmlformats.org/officeDocument/2006/relationships/slide" Target="/ppt/slides/slide24.xml" Id="Rb2a834d44ced4eff" /><Relationship Type="http://schemas.openxmlformats.org/officeDocument/2006/relationships/slide" Target="/ppt/slides/slide25.xml" Id="Ra95e0395cb2f4321" /><Relationship Type="http://schemas.openxmlformats.org/officeDocument/2006/relationships/slide" Target="/ppt/slides/slide26.xml" Id="R4b0d51629593454b" /><Relationship Type="http://schemas.openxmlformats.org/officeDocument/2006/relationships/slide" Target="/ppt/slides/slide27.xml" Id="Rc9a141896dc74161" /><Relationship Type="http://schemas.openxmlformats.org/officeDocument/2006/relationships/slide" Target="/ppt/slides/slide28.xml" Id="Re8259d75db7e458f" /><Relationship Type="http://schemas.openxmlformats.org/officeDocument/2006/relationships/slide" Target="/ppt/slides/slide29.xml" Id="Rcd2e4f9b7c8145fb" /><Relationship Type="http://schemas.openxmlformats.org/officeDocument/2006/relationships/slide" Target="/ppt/slides/slide30.xml" Id="R9289c8ed896f4ad2" /><Relationship Type="http://schemas.openxmlformats.org/officeDocument/2006/relationships/slide" Target="/ppt/slides/slide31.xml" Id="R985bc76c2c7d4932" /><Relationship Type="http://schemas.openxmlformats.org/officeDocument/2006/relationships/slide" Target="/ppt/slides/slide32.xml" Id="R6334639622b64de3" /><Relationship Type="http://schemas.openxmlformats.org/officeDocument/2006/relationships/slide" Target="/ppt/slides/slide33.xml" Id="R507666c6815e4f7d" /><Relationship Type="http://schemas.openxmlformats.org/officeDocument/2006/relationships/slide" Target="/ppt/slides/slide34.xml" Id="Rfd8d1b7db9c54488" /><Relationship Type="http://schemas.openxmlformats.org/officeDocument/2006/relationships/slide" Target="/ppt/slides/slide35.xml" Id="Rf5330da77b27412c" /><Relationship Type="http://schemas.openxmlformats.org/officeDocument/2006/relationships/slide" Target="/ppt/slides/slide36.xml" Id="R2dceb4cc04574c5e" /><Relationship Type="http://schemas.openxmlformats.org/officeDocument/2006/relationships/slide" Target="/ppt/slides/slide37.xml" Id="Rb7c3c9a3bcdc4733" /><Relationship Type="http://schemas.openxmlformats.org/officeDocument/2006/relationships/slide" Target="/ppt/slides/slide38.xml" Id="R5a65f7bf69b443b2" /><Relationship Type="http://schemas.openxmlformats.org/officeDocument/2006/relationships/slide" Target="/ppt/slides/slide39.xml" Id="Ra2e2b21f60e54e05" /><Relationship Type="http://schemas.openxmlformats.org/officeDocument/2006/relationships/slide" Target="/ppt/slides/slide40.xml" Id="Rce3b1f1d7c864e5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039531eda3f470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Hiragino Sans"/>
        <a:ea typeface=""/>
        <a:cs typeface=""/>
      </a:majorFont>
      <a:minorFont>
        <a:latin typeface="Hiragino San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1363aad164045cd" /><Relationship Type="http://schemas.openxmlformats.org/officeDocument/2006/relationships/notesMaster" Target="/ppt/notesMasters/notesMaster1.xml" Id="R64751ff41ee24b7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2e068f39cfa4afe" /><Relationship Type="http://schemas.openxmlformats.org/officeDocument/2006/relationships/notesMaster" Target="/ppt/notesMasters/notesMaster1.xml" Id="R27df6faaab064b2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2b9356fca624967" /><Relationship Type="http://schemas.openxmlformats.org/officeDocument/2006/relationships/notesMaster" Target="/ppt/notesMasters/notesMaster1.xml" Id="Rca6b591a7a8645b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6ffbb22bb3f40a1" /><Relationship Type="http://schemas.openxmlformats.org/officeDocument/2006/relationships/notesMaster" Target="/ppt/notesMasters/notesMaster1.xml" Id="R15f3eae5af8d492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34d0e9264d44aed" /><Relationship Type="http://schemas.openxmlformats.org/officeDocument/2006/relationships/notesMaster" Target="/ppt/notesMasters/notesMaster1.xml" Id="R360b2baea1c44eb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3f8c99326ee477a" /><Relationship Type="http://schemas.openxmlformats.org/officeDocument/2006/relationships/notesMaster" Target="/ppt/notesMasters/notesMaster1.xml" Id="Rdca1d46a3de44d9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b5a309d794d44ff" /><Relationship Type="http://schemas.openxmlformats.org/officeDocument/2006/relationships/notesMaster" Target="/ppt/notesMasters/notesMaster1.xml" Id="R815b1dd1546c476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572a5dda991448b" /><Relationship Type="http://schemas.openxmlformats.org/officeDocument/2006/relationships/notesMaster" Target="/ppt/notesMasters/notesMaster1.xml" Id="R954b7596f2b149e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bde3139cd4b4e4b" /><Relationship Type="http://schemas.openxmlformats.org/officeDocument/2006/relationships/notesMaster" Target="/ppt/notesMasters/notesMaster1.xml" Id="Rf9a9630a467f4c0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90ee9b67ccd4a2a" /><Relationship Type="http://schemas.openxmlformats.org/officeDocument/2006/relationships/notesMaster" Target="/ppt/notesMasters/notesMaster1.xml" Id="R481f94a5722741c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7c1a36de52a41fd" /><Relationship Type="http://schemas.openxmlformats.org/officeDocument/2006/relationships/notesMaster" Target="/ppt/notesMasters/notesMaster1.xml" Id="R0bb9b739fdbe4d3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46dbef437684b14" /><Relationship Type="http://schemas.openxmlformats.org/officeDocument/2006/relationships/notesMaster" Target="/ppt/notesMasters/notesMaster1.xml" Id="Rd817383fa8a44e1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b60e5cb232e441a2" /><Relationship Type="http://schemas.openxmlformats.org/officeDocument/2006/relationships/notesMaster" Target="/ppt/notesMasters/notesMaster1.xml" Id="Reb8543be93d74ee5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7d94d84f075f4fc6" /><Relationship Type="http://schemas.openxmlformats.org/officeDocument/2006/relationships/notesMaster" Target="/ppt/notesMasters/notesMaster1.xml" Id="R0b4030cdbc834f59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b5813e2db69d4fbd" /><Relationship Type="http://schemas.openxmlformats.org/officeDocument/2006/relationships/notesMaster" Target="/ppt/notesMasters/notesMaster1.xml" Id="Rd20b849de1474565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ec48fce3f9b64230" /><Relationship Type="http://schemas.openxmlformats.org/officeDocument/2006/relationships/notesMaster" Target="/ppt/notesMasters/notesMaster1.xml" Id="R5634d1d6b47d4e8c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70bfca7c890d4b0f" /><Relationship Type="http://schemas.openxmlformats.org/officeDocument/2006/relationships/notesMaster" Target="/ppt/notesMasters/notesMaster1.xml" Id="Rc2e252ed6eec4023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c961d4d96af8452e" /><Relationship Type="http://schemas.openxmlformats.org/officeDocument/2006/relationships/notesMaster" Target="/ppt/notesMasters/notesMaster1.xml" Id="R95ddccede88a4d8e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407ee6355c264bbf" /><Relationship Type="http://schemas.openxmlformats.org/officeDocument/2006/relationships/notesMaster" Target="/ppt/notesMasters/notesMaster1.xml" Id="R647217f45af74551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2d90a7dc97334db2" /><Relationship Type="http://schemas.openxmlformats.org/officeDocument/2006/relationships/notesMaster" Target="/ppt/notesMasters/notesMaster1.xml" Id="R36fd67bb209f4ffb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08a699241b364a91" /><Relationship Type="http://schemas.openxmlformats.org/officeDocument/2006/relationships/notesMaster" Target="/ppt/notesMasters/notesMaster1.xml" Id="Rc05538ab0cf94c86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c4ab482d6d194e0d" /><Relationship Type="http://schemas.openxmlformats.org/officeDocument/2006/relationships/notesMaster" Target="/ppt/notesMasters/notesMaster1.xml" Id="R9373a6a771a14764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5ee575246a1b4c19" /><Relationship Type="http://schemas.openxmlformats.org/officeDocument/2006/relationships/notesMaster" Target="/ppt/notesMasters/notesMaster1.xml" Id="R10c6ec8bfbd74b21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4ac07e1b72874476" /><Relationship Type="http://schemas.openxmlformats.org/officeDocument/2006/relationships/notesMaster" Target="/ppt/notesMasters/notesMaster1.xml" Id="Re427ed1e9d3d49ae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28c1bdbbe2c243bd" /><Relationship Type="http://schemas.openxmlformats.org/officeDocument/2006/relationships/notesMaster" Target="/ppt/notesMasters/notesMaster1.xml" Id="R98f2ae7d9caf45e6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4b347c3b299d44bd" /><Relationship Type="http://schemas.openxmlformats.org/officeDocument/2006/relationships/notesMaster" Target="/ppt/notesMasters/notesMaster1.xml" Id="R6c5c5cc1be214ebd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781fad2595d04bac" /><Relationship Type="http://schemas.openxmlformats.org/officeDocument/2006/relationships/notesMaster" Target="/ppt/notesMasters/notesMaster1.xml" Id="R52a2889a472e42aa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ff2fe50409a14bb6" /><Relationship Type="http://schemas.openxmlformats.org/officeDocument/2006/relationships/notesMaster" Target="/ppt/notesMasters/notesMaster1.xml" Id="R5efc4d8fee4c4ee0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6fdf5f3db1664f9e" /><Relationship Type="http://schemas.openxmlformats.org/officeDocument/2006/relationships/notesMaster" Target="/ppt/notesMasters/notesMaster1.xml" Id="R666f850e62e242b4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09780d6f65d84b72" /><Relationship Type="http://schemas.openxmlformats.org/officeDocument/2006/relationships/notesMaster" Target="/ppt/notesMasters/notesMaster1.xml" Id="R5f68d9bdbf93434f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2c9105eaaca04062" /><Relationship Type="http://schemas.openxmlformats.org/officeDocument/2006/relationships/notesMaster" Target="/ppt/notesMasters/notesMaster1.xml" Id="Re8e214e0f4e547d2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b51628a75c92413b" /><Relationship Type="http://schemas.openxmlformats.org/officeDocument/2006/relationships/notesMaster" Target="/ppt/notesMasters/notesMaster1.xml" Id="R571689fbe1924c4e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d84e2176fa294e30" /><Relationship Type="http://schemas.openxmlformats.org/officeDocument/2006/relationships/notesMaster" Target="/ppt/notesMasters/notesMaster1.xml" Id="R7c472fc3a6294da8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250c89216b0c45ef" /><Relationship Type="http://schemas.openxmlformats.org/officeDocument/2006/relationships/notesMaster" Target="/ppt/notesMasters/notesMaster1.xml" Id="Raaf029ac184a4f19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c553b9d9f1eb4ba4" /><Relationship Type="http://schemas.openxmlformats.org/officeDocument/2006/relationships/notesMaster" Target="/ppt/notesMasters/notesMaster1.xml" Id="Rf03ab708eeba4c83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1aab80ed72814f01" /><Relationship Type="http://schemas.openxmlformats.org/officeDocument/2006/relationships/notesMaster" Target="/ppt/notesMasters/notesMaster1.xml" Id="R7abd95b8921f46b2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f84576304a95487a" /><Relationship Type="http://schemas.openxmlformats.org/officeDocument/2006/relationships/notesMaster" Target="/ppt/notesMasters/notesMaster1.xml" Id="R1055377438704eba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0d2c8d56fa0f4f43" /><Relationship Type="http://schemas.openxmlformats.org/officeDocument/2006/relationships/notesMaster" Target="/ppt/notesMasters/notesMaster1.xml" Id="R976201b98ae8451a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4a6a729abe894e45" /><Relationship Type="http://schemas.openxmlformats.org/officeDocument/2006/relationships/notesMaster" Target="/ppt/notesMasters/notesMaster1.xml" Id="Rb44ff3d59f9a4ab1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2319b2eb51884553" /><Relationship Type="http://schemas.openxmlformats.org/officeDocument/2006/relationships/notesMaster" Target="/ppt/notesMasters/notesMaster1.xml" Id="R60fa59d5e1cd432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台本の第1段落。左側の文章を読み上げてください。改行は読みやすさのための区切りです。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台本の第1段落。左側の文章を読み上げてください。改行は読みやすさのための区切りです。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台本の第2段落。左側の文章を読み上げてください。改行は読みやすさのための区切りです。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台本の第2段落。左側の文章を読み上げてください。改行は読みやすさのための区切りです。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台本の第3段落。左側の文章を読み上げてください。改行は読みやすさのための区切りです。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台本の第4段落。左側の文章を読み上げてください。改行は読みやすさのための区切りです。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台本の第5段落。左側の文章を読み上げてください。改行は読みやすさのための区切りです。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台本の第5段落。左側の文章を読み上げてください。改行は読みやすさのための区切りです。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台本の第6段落。左側の文章を読み上げてください。改行は読みやすさのための区切りです。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台本の第6段落。左側の文章を読み上げてください。改行は読みやすさのための区切りです。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台本の第6段落。左側の文章を読み上げてください。改行は読みやすさのための区切りです。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台本の第7段落。左側の文章を読み上げてください。改行は読みやすさのための区切りです。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台本の第7段落。左側の文章を読み上げてください。改行は読みやすさのための区切りです。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台本の第8段落。左側の文章を読み上げてください。改行は読みやすさのための区切りです。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台本の第9段落。左側の文章を読み上げてください。改行は読みやすさのための区切りです。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台本の第9段落。左側の文章を読み上げてください。改行は読みやすさのための区切りです。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台本の第10段落。左側の文章を読み上げてください。改行は読みやすさのための区切りです。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台本の第10段落。左側の文章を読み上げてください。改行は読みやすさのための区切りです。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台本の第11段落。左側の文章を読み上げてください。改行は読みやすさのための区切りです。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台本の第11段落。左側の文章を読み上げてください。改行は読みやすさのための区切りです。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台本の第12段落。左側の文章を読み上げてください。改行は読みやすさのための区切りです。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台本の第13段落。左側の文章を読み上げてください。改行は読みやすさのための区切りです。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台本の第13段落。左側の文章を読み上げてください。改行は読みやすさのための区切りです。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台本の第14段落。左側の文章を読み上げてください。改行は読みやすさのための区切りです。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台本の第14段落。左側の文章を読み上げてください。改行は読みやすさのための区切りです。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台本の第15段落。左側の文章を読み上げてください。改行は読みやすさのための区切りです。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台本の第15段落。左側の文章を読み上げてください。改行は読みやすさのための区切りです。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台本の第16段落。左側の文章を読み上げてください。改行は読みやすさのための区切りです。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台本の第16段落。左側の文章を読み上げてください。改行は読みやすさのための区切りです。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台本の第17段落。左側の文章を読み上げてください。改行は読みやすさのための区切りです。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台本の第17段落。左側の文章を読み上げてください。改行は読みやすさのための区切りです。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台本の第18段落。左側の文章を読み上げてください。改行は読みやすさのための区切りです。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台本の第18段落。左側の文章を読み上げてください。改行は読みやすさのための区切りです。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台本の第18段落。左側の文章を読み上げてください。改行は読みやすさのための区切りです。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台本の第19段落。左側の文章を読み上げてください。改行は読みやすさのための区切りです。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台本の第19段落。左側の文章を読み上げてください。改行は読みやすさのための区切りです。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台本の第20段落。左側の文章を読み上げてください。改行は読みやすさのための区切りです。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台本の第20段落。左側の文章を読み上げてください。改行は読みやすさのための区切りです。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台本の第21段落。左側の文章を読み上げてください。改行は読みやすさのための区切りです。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台本の第21段落。左側の文章を読み上げてください。改行は読みやすさのための区切りです。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6a55ca261de496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22c6acfc7bc47c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022cdd8569e41d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881b447e3d8481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fc98e1ab8594140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2041a96a1e648e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7914D0D-9CD5-4851-9997-7B912DDE542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A2351FAD-7E04-4BB2-AEB4-3E19AA401561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FE46E44E-8C4A-460B-807E-37B95972B62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D2FB158-8304-4172-8243-9D37F05416A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C918CA57-D0D9-43E7-966B-979DC56DDD0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B29A5182-D944-4E6A-98DB-EE3578E33F1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A2F848A-EA28-4C0C-9686-756F64EF652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B9403B51-62D4-472F-AB7B-4C1079A6E21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C5A36C6-4346-4B05-8DA7-A5B935A5252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56BB5604-C13C-4A34-91ED-99DE0FEA260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085ce381a1947a2" /><Relationship Type="http://schemas.openxmlformats.org/officeDocument/2006/relationships/slideLayout" Target="/ppt/slideLayouts/slideLayout1.xml" Id="Ra1cc4a8eaa8d410f" /><Relationship Type="http://schemas.openxmlformats.org/officeDocument/2006/relationships/slideLayout" Target="/ppt/slideLayouts/slideLayout2.xml" Id="R23a48d825c05461c" /><Relationship Type="http://schemas.openxmlformats.org/officeDocument/2006/relationships/slideLayout" Target="/ppt/slideLayouts/slideLayout3.xml" Id="R4a0936e0fef544b6" /><Relationship Type="http://schemas.openxmlformats.org/officeDocument/2006/relationships/slideLayout" Target="/ppt/slideLayouts/slideLayout4.xml" Id="R65aa6a14cf544f26" /><Relationship Type="http://schemas.openxmlformats.org/officeDocument/2006/relationships/slideLayout" Target="/ppt/slideLayouts/slideLayout5.xml" Id="Rec8cece5c2394fc5" /><Relationship Type="http://schemas.openxmlformats.org/officeDocument/2006/relationships/slideLayout" Target="/ppt/slideLayouts/slideLayout6.xml" Id="Re83029200a5d43e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1cc4a8eaa8d410f"/>
    <p:sldLayoutId xmlns:r="http://schemas.openxmlformats.org/officeDocument/2006/relationships" id="2147483650" r:id="R23a48d825c05461c"/>
    <p:sldLayoutId xmlns:r="http://schemas.openxmlformats.org/officeDocument/2006/relationships" id="2147483651" r:id="R4a0936e0fef544b6"/>
    <p:sldLayoutId xmlns:r="http://schemas.openxmlformats.org/officeDocument/2006/relationships" id="2147483652" r:id="R65aa6a14cf544f26"/>
    <p:sldLayoutId xmlns:r="http://schemas.openxmlformats.org/officeDocument/2006/relationships" id="2147483653" r:id="Rec8cece5c2394fc5"/>
    <p:sldLayoutId xmlns:r="http://schemas.openxmlformats.org/officeDocument/2006/relationships" id="2147483654" r:id="Re83029200a5d43e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Hiragino Sans"/>
        <a:ea typeface=""/>
        <a:cs typeface=""/>
      </a:majorFont>
      <a:minorFont>
        <a:latin typeface="Hiragino San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c6044723f974967" /><Relationship Type="http://schemas.openxmlformats.org/officeDocument/2006/relationships/image" Target="/ppt/media/image.jpeg" Id="R7ae3751f6040409b" /><Relationship Type="http://schemas.openxmlformats.org/officeDocument/2006/relationships/notesSlide" Target="/ppt/notesSlides/notesSlide1.xml" Id="R16d73a70d15e49a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efc2be071454666" /><Relationship Type="http://schemas.openxmlformats.org/officeDocument/2006/relationships/image" Target="/ppt/media/image2.jpeg" Id="R432ecd61386f4733" /><Relationship Type="http://schemas.openxmlformats.org/officeDocument/2006/relationships/notesSlide" Target="/ppt/notesSlides/notesSlide2.xml" Id="Rf0109ce16061405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c14c852da024da6" /><Relationship Type="http://schemas.openxmlformats.org/officeDocument/2006/relationships/image" Target="/ppt/media/image3.jpeg" Id="R6871a94e4b654117" /><Relationship Type="http://schemas.openxmlformats.org/officeDocument/2006/relationships/notesSlide" Target="/ppt/notesSlides/notesSlide3.xml" Id="Rde67b5410f59439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ae006f82a6c4bad" /><Relationship Type="http://schemas.openxmlformats.org/officeDocument/2006/relationships/image" Target="/ppt/media/image4.jpeg" Id="Rd301b6581b2f4a48" /><Relationship Type="http://schemas.openxmlformats.org/officeDocument/2006/relationships/notesSlide" Target="/ppt/notesSlides/notesSlide4.xml" Id="Rfd1c8aa6d87646c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135b75b90c1483b" /><Relationship Type="http://schemas.openxmlformats.org/officeDocument/2006/relationships/image" Target="/ppt/media/image5.jpeg" Id="R1b58397f70294a45" /><Relationship Type="http://schemas.openxmlformats.org/officeDocument/2006/relationships/notesSlide" Target="/ppt/notesSlides/notesSlide5.xml" Id="R09443d41261a443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bc637b3bfee4de0" /><Relationship Type="http://schemas.openxmlformats.org/officeDocument/2006/relationships/image" Target="/ppt/media/image6.jpeg" Id="R9fa635d3ae3148da" /><Relationship Type="http://schemas.openxmlformats.org/officeDocument/2006/relationships/notesSlide" Target="/ppt/notesSlides/notesSlide6.xml" Id="Rb5cc8f775939485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14e5147464a4c3a" /><Relationship Type="http://schemas.openxmlformats.org/officeDocument/2006/relationships/image" Target="/ppt/media/image7.jpeg" Id="R8180856483f9478c" /><Relationship Type="http://schemas.openxmlformats.org/officeDocument/2006/relationships/notesSlide" Target="/ppt/notesSlides/notesSlide7.xml" Id="R95841ea0ace04eb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0a923dc29294105" /><Relationship Type="http://schemas.openxmlformats.org/officeDocument/2006/relationships/image" Target="/ppt/media/image8.jpeg" Id="R9ef6aa21f8dc4c2d" /><Relationship Type="http://schemas.openxmlformats.org/officeDocument/2006/relationships/notesSlide" Target="/ppt/notesSlides/notesSlide8.xml" Id="R3fe2d2b6bb204ba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eda234184de4f87" /><Relationship Type="http://schemas.openxmlformats.org/officeDocument/2006/relationships/image" Target="/ppt/media/image9.jpeg" Id="Rd0c99c2f681a4656" /><Relationship Type="http://schemas.openxmlformats.org/officeDocument/2006/relationships/notesSlide" Target="/ppt/notesSlides/notesSlide9.xml" Id="R4c73b1c4d51a4e7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0117599e9dc40e0" /><Relationship Type="http://schemas.openxmlformats.org/officeDocument/2006/relationships/image" Target="/ppt/media/image10.jpeg" Id="Rcb52833511214f76" /><Relationship Type="http://schemas.openxmlformats.org/officeDocument/2006/relationships/notesSlide" Target="/ppt/notesSlides/notesSlide10.xml" Id="R7cde5f45e3564ce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a8e7861e7904d64" /><Relationship Type="http://schemas.openxmlformats.org/officeDocument/2006/relationships/image" Target="/ppt/media/image11.jpeg" Id="R9ec7c7570c86406d" /><Relationship Type="http://schemas.openxmlformats.org/officeDocument/2006/relationships/notesSlide" Target="/ppt/notesSlides/notesSlide11.xml" Id="R869ba4a134ba423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af5970eb32f4102" /><Relationship Type="http://schemas.openxmlformats.org/officeDocument/2006/relationships/image" Target="/ppt/media/image12.jpeg" Id="R98d32c266e5448ea" /><Relationship Type="http://schemas.openxmlformats.org/officeDocument/2006/relationships/notesSlide" Target="/ppt/notesSlides/notesSlide12.xml" Id="Ra8bd9b9c9d5945be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e5be847a58e42f6" /><Relationship Type="http://schemas.openxmlformats.org/officeDocument/2006/relationships/image" Target="/ppt/media/image13.jpeg" Id="Ra402ddd2b8be4a10" /><Relationship Type="http://schemas.openxmlformats.org/officeDocument/2006/relationships/notesSlide" Target="/ppt/notesSlides/notesSlide13.xml" Id="R1021c8bbdc094602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8764454155f4d29" /><Relationship Type="http://schemas.openxmlformats.org/officeDocument/2006/relationships/image" Target="/ppt/media/image14.jpeg" Id="Rbcce413864ef4d93" /><Relationship Type="http://schemas.openxmlformats.org/officeDocument/2006/relationships/notesSlide" Target="/ppt/notesSlides/notesSlide14.xml" Id="Rde9c99c2245e48f0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ef333ae629e4b24" /><Relationship Type="http://schemas.openxmlformats.org/officeDocument/2006/relationships/image" Target="/ppt/media/image15.jpeg" Id="Rc303a7c83d494c74" /><Relationship Type="http://schemas.openxmlformats.org/officeDocument/2006/relationships/notesSlide" Target="/ppt/notesSlides/notesSlide15.xml" Id="R8b37070924a44cb0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f498519315f4a4f" /><Relationship Type="http://schemas.openxmlformats.org/officeDocument/2006/relationships/image" Target="/ppt/media/image16.jpeg" Id="R483ddaf638a94b93" /><Relationship Type="http://schemas.openxmlformats.org/officeDocument/2006/relationships/notesSlide" Target="/ppt/notesSlides/notesSlide16.xml" Id="R39a260bc6788440a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9104c703e2a48da" /><Relationship Type="http://schemas.openxmlformats.org/officeDocument/2006/relationships/image" Target="/ppt/media/image17.jpeg" Id="R6c237378f0ca410d" /><Relationship Type="http://schemas.openxmlformats.org/officeDocument/2006/relationships/notesSlide" Target="/ppt/notesSlides/notesSlide17.xml" Id="R0629b173b5154ac6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ddc6622f706499e" /><Relationship Type="http://schemas.openxmlformats.org/officeDocument/2006/relationships/image" Target="/ppt/media/image18.jpeg" Id="R54696204ce254cfe" /><Relationship Type="http://schemas.openxmlformats.org/officeDocument/2006/relationships/notesSlide" Target="/ppt/notesSlides/notesSlide18.xml" Id="Rad65effccd6b4bd9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2c6763e4e274999" /><Relationship Type="http://schemas.openxmlformats.org/officeDocument/2006/relationships/image" Target="/ppt/media/image19.jpeg" Id="Rd480b94a614b420b" /><Relationship Type="http://schemas.openxmlformats.org/officeDocument/2006/relationships/notesSlide" Target="/ppt/notesSlides/notesSlide19.xml" Id="Rb8f2b85c3d3f470f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276c5f75ba54379" /><Relationship Type="http://schemas.openxmlformats.org/officeDocument/2006/relationships/image" Target="/ppt/media/image20.jpeg" Id="R285b0c49e967438e" /><Relationship Type="http://schemas.openxmlformats.org/officeDocument/2006/relationships/notesSlide" Target="/ppt/notesSlides/notesSlide20.xml" Id="R9378d65ae8ce40b9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6af4d80b73e462f" /><Relationship Type="http://schemas.openxmlformats.org/officeDocument/2006/relationships/image" Target="/ppt/media/image21.jpeg" Id="R630b47c1a7b04acb" /><Relationship Type="http://schemas.openxmlformats.org/officeDocument/2006/relationships/notesSlide" Target="/ppt/notesSlides/notesSlide21.xml" Id="R0e026e1107004c7e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3a8aceeb6024502" /><Relationship Type="http://schemas.openxmlformats.org/officeDocument/2006/relationships/image" Target="/ppt/media/image22.jpeg" Id="Rf00fd4256a4a4146" /><Relationship Type="http://schemas.openxmlformats.org/officeDocument/2006/relationships/notesSlide" Target="/ppt/notesSlides/notesSlide22.xml" Id="R26ee30180fff4b82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744e397782a49ae" /><Relationship Type="http://schemas.openxmlformats.org/officeDocument/2006/relationships/image" Target="/ppt/media/image23.jpeg" Id="Rafbc3afde7a440e4" /><Relationship Type="http://schemas.openxmlformats.org/officeDocument/2006/relationships/notesSlide" Target="/ppt/notesSlides/notesSlide23.xml" Id="R9ec3c484fa954abd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64ac4d5da334128" /><Relationship Type="http://schemas.openxmlformats.org/officeDocument/2006/relationships/image" Target="/ppt/media/image24.jpeg" Id="R6226dd56a7744cfa" /><Relationship Type="http://schemas.openxmlformats.org/officeDocument/2006/relationships/notesSlide" Target="/ppt/notesSlides/notesSlide24.xml" Id="R0f7bd61683b24681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24494111d1c4b4d" /><Relationship Type="http://schemas.openxmlformats.org/officeDocument/2006/relationships/image" Target="/ppt/media/image25.jpeg" Id="R93061e7acbf04b35" /><Relationship Type="http://schemas.openxmlformats.org/officeDocument/2006/relationships/notesSlide" Target="/ppt/notesSlides/notesSlide25.xml" Id="R717edcc76bc84619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fda7fc0dc304a39" /><Relationship Type="http://schemas.openxmlformats.org/officeDocument/2006/relationships/image" Target="/ppt/media/image26.jpeg" Id="Rec8e2f8be43f4e15" /><Relationship Type="http://schemas.openxmlformats.org/officeDocument/2006/relationships/notesSlide" Target="/ppt/notesSlides/notesSlide26.xml" Id="R7fb3418e9fc74d63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0f6f71109ca4cf3" /><Relationship Type="http://schemas.openxmlformats.org/officeDocument/2006/relationships/image" Target="/ppt/media/image27.jpeg" Id="R160f01254dc244cf" /><Relationship Type="http://schemas.openxmlformats.org/officeDocument/2006/relationships/notesSlide" Target="/ppt/notesSlides/notesSlide27.xml" Id="Rc76ef16103aa4bbb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bbc9213cc5f4445" /><Relationship Type="http://schemas.openxmlformats.org/officeDocument/2006/relationships/image" Target="/ppt/media/image28.jpeg" Id="R5fece00884fb4882" /><Relationship Type="http://schemas.openxmlformats.org/officeDocument/2006/relationships/notesSlide" Target="/ppt/notesSlides/notesSlide28.xml" Id="Rb8214a699e084529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0a1dbcf7e4d4a97" /><Relationship Type="http://schemas.openxmlformats.org/officeDocument/2006/relationships/image" Target="/ppt/media/image29.jpeg" Id="Rbe937198f81740db" /><Relationship Type="http://schemas.openxmlformats.org/officeDocument/2006/relationships/notesSlide" Target="/ppt/notesSlides/notesSlide29.xml" Id="Ra18f69f9b2334d9a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c0a0cd10007438f" /><Relationship Type="http://schemas.openxmlformats.org/officeDocument/2006/relationships/image" Target="/ppt/media/image30.jpeg" Id="Rbe99a67cdd7e4790" /><Relationship Type="http://schemas.openxmlformats.org/officeDocument/2006/relationships/notesSlide" Target="/ppt/notesSlides/notesSlide30.xml" Id="R4f25f926386e47f6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263a497ff5e4521" /><Relationship Type="http://schemas.openxmlformats.org/officeDocument/2006/relationships/image" Target="/ppt/media/image31.jpeg" Id="R3b0abab530e443e4" /><Relationship Type="http://schemas.openxmlformats.org/officeDocument/2006/relationships/notesSlide" Target="/ppt/notesSlides/notesSlide31.xml" Id="Rd26f0b66acb14dc3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df450b6abcd4986" /><Relationship Type="http://schemas.openxmlformats.org/officeDocument/2006/relationships/image" Target="/ppt/media/image32.jpeg" Id="R388f2db7d0694afa" /><Relationship Type="http://schemas.openxmlformats.org/officeDocument/2006/relationships/notesSlide" Target="/ppt/notesSlides/notesSlide32.xml" Id="Reefb5a2850544c24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7ddbe73314f4f52" /><Relationship Type="http://schemas.openxmlformats.org/officeDocument/2006/relationships/image" Target="/ppt/media/image33.jpeg" Id="R61bb66bbaa6849cd" /><Relationship Type="http://schemas.openxmlformats.org/officeDocument/2006/relationships/notesSlide" Target="/ppt/notesSlides/notesSlide33.xml" Id="Re5b5d2c7fa5d4447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0f731fb3c7c4693" /><Relationship Type="http://schemas.openxmlformats.org/officeDocument/2006/relationships/image" Target="/ppt/media/image34.jpeg" Id="Racc4584efa2d42f2" /><Relationship Type="http://schemas.openxmlformats.org/officeDocument/2006/relationships/notesSlide" Target="/ppt/notesSlides/notesSlide34.xml" Id="Rf473dd7b18ad4a84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3e80c81d50347c6" /><Relationship Type="http://schemas.openxmlformats.org/officeDocument/2006/relationships/image" Target="/ppt/media/image35.jpeg" Id="Re56ace676db84bff" /><Relationship Type="http://schemas.openxmlformats.org/officeDocument/2006/relationships/notesSlide" Target="/ppt/notesSlides/notesSlide35.xml" Id="R0fef3894f9ce4583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0d1f3e54abb49f2" /><Relationship Type="http://schemas.openxmlformats.org/officeDocument/2006/relationships/image" Target="/ppt/media/image36.jpeg" Id="Rf9699c50b6f244a9" /><Relationship Type="http://schemas.openxmlformats.org/officeDocument/2006/relationships/notesSlide" Target="/ppt/notesSlides/notesSlide36.xml" Id="Rc34ef2e9f8a94c7c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06aa05c57194c9d" /><Relationship Type="http://schemas.openxmlformats.org/officeDocument/2006/relationships/image" Target="/ppt/media/image37.jpeg" Id="Ref1d73e4324e4dc0" /><Relationship Type="http://schemas.openxmlformats.org/officeDocument/2006/relationships/notesSlide" Target="/ppt/notesSlides/notesSlide37.xml" Id="R11d4953411a8433b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f8ae59676f34e34" /><Relationship Type="http://schemas.openxmlformats.org/officeDocument/2006/relationships/image" Target="/ppt/media/image38.jpeg" Id="R6aa7579c19084ee9" /><Relationship Type="http://schemas.openxmlformats.org/officeDocument/2006/relationships/notesSlide" Target="/ppt/notesSlides/notesSlide38.xml" Id="R14131fe0bae746e5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2dd8f1c8adb4a70" /><Relationship Type="http://schemas.openxmlformats.org/officeDocument/2006/relationships/image" Target="/ppt/media/image39.jpeg" Id="Rf2d5d7b67a0d45ff" /><Relationship Type="http://schemas.openxmlformats.org/officeDocument/2006/relationships/notesSlide" Target="/ppt/notesSlides/notesSlide39.xml" Id="R5530fddce2f54806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53e8a1baeb64d3f" /><Relationship Type="http://schemas.openxmlformats.org/officeDocument/2006/relationships/image" Target="/ppt/media/image40.jpeg" Id="Raf6ab0b385454c71" /><Relationship Type="http://schemas.openxmlformats.org/officeDocument/2006/relationships/notesSlide" Target="/ppt/notesSlides/notesSlide40.xml" Id="Rcefc47adb274468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1B26D3-9A75-495B-9F3D-74D276A81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E764E6-098D-49CA-A74A-41EBEF3DF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283A5E-27D4-41AC-99CA-D5FE2EE04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82E64F-20C9-4818-BB0C-8EF52669B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金曜の決意、土曜の壁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0C41E8-C137-4E4D-AA8F-B20F829D4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040FA8-A614-405F-A8A4-E3D89E4B4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金曜日の夜、「今週末こそ片付けよう」と決める。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ところが土曜日の朝、積み上がった物を見た途端、どこから手をつければいいか分からなくなる。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600A8D-F49B-4092-BE19-B1F27E77CF6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e3751f6040409b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CE60840-9F14-4B89-BE97-A8D3E860C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8B62372-B458-4C0E-AD23-CBA1D446C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01 / 40</a:t>
            </a:r>
          </a:p>
        </p:txBody>
      </p:sp>
    </p:spTree>
    <p:extLst>
      <p:ext uri="{BB962C8B-B14F-4D97-AF65-F5344CB8AC3E}">
        <p14:creationId xmlns:p14="http://schemas.microsoft.com/office/powerpoint/2010/main" val="64584239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7069484-1022-4277-A3CA-BCC8DE0F3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A08D5F-8482-44D7-8D2A-CB197DA87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9B8F18-F6DD-40E1-9916-BF01A409B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63D3F7-2D7B-48CF-BFCA-9A9FFDE18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金曜の決意、土曜の壁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871244-D9DA-4AEB-8B3D-962BD60EB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7C6FDA-0CE1-4BF6-B11C-85CA03FE3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そんな週末を、何度も繰り返していた方がいました。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5D4F9C-6B73-4F94-B33E-844AFC5E717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2ecd61386f4733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3027F2-B19E-42FE-84A6-DA2608DA3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3D2E592-EE77-4F68-A35C-D8CD17676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02 / 40</a:t>
            </a:r>
          </a:p>
        </p:txBody>
      </p:sp>
    </p:spTree>
    <p:extLst>
      <p:ext uri="{BB962C8B-B14F-4D97-AF65-F5344CB8AC3E}">
        <p14:creationId xmlns:p14="http://schemas.microsoft.com/office/powerpoint/2010/main" val="136343136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BF986A-DED2-4816-ADEE-676AA6D85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01398B-3791-40B3-BC2F-2C1A102F1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55766F-4B7E-46BC-BB72-6F88BBA96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4D98E4-7F88-46B6-95A5-8270244BB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物が多いと頭もいっぱい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D0C98A-EF66-4FA9-AF6B-27F780543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F7F9D0-44E2-4D81-93A5-AEAFE2EBB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この方は、仕事でいくつも用事が重なると、頭の中がいっぱいになる感覚もあったそうです。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家の物も同じ。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5187EF-12D8-4E7E-BAF8-D21426CF9D5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71a94e4b654117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E0BAB8-4370-446B-B05C-5BF7F8F13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8BF259-A26E-4119-9DD8-DB9109EBD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03 / 40</a:t>
            </a:r>
          </a:p>
        </p:txBody>
      </p:sp>
    </p:spTree>
    <p:extLst>
      <p:ext uri="{BB962C8B-B14F-4D97-AF65-F5344CB8AC3E}">
        <p14:creationId xmlns:p14="http://schemas.microsoft.com/office/powerpoint/2010/main" val="147265337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2C56EB6-836B-4F1D-A749-D1FDBF79F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8A9885-D042-4F00-8631-A905A7179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5D8ADD-C972-424D-A501-B74CA0F88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59EC81-D686-4057-B5E3-5944F7667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物が多いと頭もいっぱい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FFFE7A-C826-4C05-A3E0-723126772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171B6E-04A5-4A5E-AE0A-B16B3EE36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捨てたいのに「また使うかも」と手が止まり、動けなかった自分を責めていました。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片付けたい気持ちは、ちゃんとあったんです。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636A23-6E58-44D7-B5A4-4083DA3A7F7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01b6581b2f4a48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60683C-4BCB-438D-831E-086AE1FCF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3375442-CFC5-4626-8E6B-38A8CE522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04 / 40</a:t>
            </a:r>
          </a:p>
        </p:txBody>
      </p:sp>
    </p:spTree>
    <p:extLst>
      <p:ext uri="{BB962C8B-B14F-4D97-AF65-F5344CB8AC3E}">
        <p14:creationId xmlns:p14="http://schemas.microsoft.com/office/powerpoint/2010/main" val="183127445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EAE3DB5-15BD-499A-B89D-0DEC6A8B6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CDAFBC-61C5-43EB-B5BA-37FC039F8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A63673-5FEE-45DE-BAD3-A54AE6F49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5ADA5F-D855-442E-893B-4200B39D2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三つのつまずき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6E53B8-2064-400F-B1D1-6F3796F20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5D14BD-20B6-4A15-9648-01A7F9CDE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今日は、この方が片付けを始める前に、どこでつまずいていたのか。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そして、何を変えたから前へ進めたのか、三つに分けてお話しします。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B38B00-56A6-4E41-9D65-AAA9DFA1DF1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58397f70294a45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97BF76D-1B12-4C3D-A32F-CD726C0E6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7558626-7DF4-4B90-997C-A305B6000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05 / 40</a:t>
            </a:r>
          </a:p>
        </p:txBody>
      </p:sp>
    </p:spTree>
    <p:extLst>
      <p:ext uri="{BB962C8B-B14F-4D97-AF65-F5344CB8AC3E}">
        <p14:creationId xmlns:p14="http://schemas.microsoft.com/office/powerpoint/2010/main" val="193491547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D6A0A3-A10A-45F8-8596-9752F58E3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761959-489C-4C64-9455-91BF5A861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560FF77-81DF-4F8B-B389-31DBE123C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2E9BD8-57F8-436D-988B-E0DB08BFE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一つ目の間違い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69018D-84BD-4F8A-9168-77E2C76AB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F52BA6-E2D2-4577-8A61-5F3D47A01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一つ目。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週末に気合いを入れれば、一気に片付くと思っていたことです。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E92777-56BE-4334-8267-C64A392538B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a635d3ae3148da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38830F-8374-4E9E-ABE9-2869B8843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F09BB8B-0A20-4217-A3CC-9722E4F5D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06 / 40</a:t>
            </a:r>
          </a:p>
        </p:txBody>
      </p:sp>
    </p:spTree>
    <p:extLst>
      <p:ext uri="{BB962C8B-B14F-4D97-AF65-F5344CB8AC3E}">
        <p14:creationId xmlns:p14="http://schemas.microsoft.com/office/powerpoint/2010/main" val="128003677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EC87E1-F273-490B-973A-6AF9ACB52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627FA9-25EE-49A7-B201-88CA9C5C1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862662-BDE1-4271-A8E0-2ED59AA51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C4487E-B904-46D5-8972-F962D6E5B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気合いでは動けない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9ADB16-B45C-415F-9B45-F0EAE4F6F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F12409-C7EE-4B21-B2B7-2C4870080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金曜の夜に決意するのは悪くありません。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でも、土曜の朝に部屋全体を見渡して「全部やらなきゃ」と思ったら、何を先にするか決めるだけで疲れてしまいます。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C503D15-0023-4276-8850-E372F4A194B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80856483f9478c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2CD800-7B24-4EB9-8B26-CE8E9E0EA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9C4368-4FA1-486B-86DD-F6D09ED9E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07 / 40</a:t>
            </a:r>
          </a:p>
        </p:txBody>
      </p:sp>
    </p:spTree>
    <p:extLst>
      <p:ext uri="{BB962C8B-B14F-4D97-AF65-F5344CB8AC3E}">
        <p14:creationId xmlns:p14="http://schemas.microsoft.com/office/powerpoint/2010/main" val="104787174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51C08F-5C4B-4A8D-9E24-148E6B165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322F7E1-426B-44A6-AC00-FDB024C1B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EBE40B-A900-4CFB-9D10-AB97B9BF3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F3CAA0-001A-4922-B3FF-A11C2DD93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気合いでは動けない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4E59F8-35B6-44C3-A857-B910DCA43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DFBB08-B395-42D8-B604-1CCC423C2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そこで動けない自分を「怠けている」と責めたら、ますます始めにくくなりますよね。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19E988-7426-485A-8CCB-8BAF1A61478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f6aa21f8dc4c2d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D56B56-2D26-4F33-B7E1-98556E405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D60A0F-2ED7-4C60-9881-6ACCEC6E6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08 / 40</a:t>
            </a:r>
          </a:p>
        </p:txBody>
      </p:sp>
    </p:spTree>
    <p:extLst>
      <p:ext uri="{BB962C8B-B14F-4D97-AF65-F5344CB8AC3E}">
        <p14:creationId xmlns:p14="http://schemas.microsoft.com/office/powerpoint/2010/main" val="113223382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01E5A3-6D2C-4366-BEA8-64258F886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04D50F-5F08-469E-9780-AF5EAF300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E8D39B-830D-4FA9-A59C-27DF12E85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813D11-D3C3-4AA7-8FEF-9834B2EB6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片付ける順番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EB201A-22E5-4D52-B752-77EA530EB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19FB06-F84A-4F3D-8D41-39FC77F1C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真面目な方ほど、片付けにも満点を求めがちです。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でも大事なのは、気合いの量より順番です。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3146A2-07FA-4F9E-9F74-A3868B367F6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c99c2f681a4656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F098AB-7CB1-4B19-98BD-38B7904B4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A36292-2C21-48CB-AA0F-24DB2AEE4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09 / 40</a:t>
            </a:r>
          </a:p>
        </p:txBody>
      </p:sp>
    </p:spTree>
    <p:extLst>
      <p:ext uri="{BB962C8B-B14F-4D97-AF65-F5344CB8AC3E}">
        <p14:creationId xmlns:p14="http://schemas.microsoft.com/office/powerpoint/2010/main" val="190436226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73C1A0-E739-4EF3-B794-920E9C59F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0458E1-E13E-491F-92EF-EF85A359E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6FDE88-579E-4D66-82DF-1D73AD5CB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A0CA33-EFE1-424D-BCED-01D1DAFBF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片付ける順番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12460D-572D-4BA9-95CB-7C8D196C1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513C14-E954-41B6-A599-0C906B8E1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最初から部屋全部を相手にせず、今日扱う範囲を決める。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物を見て、残すか手放すかを一つずつ選ぶ。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AB1587-6470-4F38-A2A2-B023FB0906E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52833511214f76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3F0156-7D05-4D09-BB19-2A94BA6B7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530051-189A-442E-B93B-BB829293C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10 / 40</a:t>
            </a:r>
          </a:p>
        </p:txBody>
      </p:sp>
    </p:spTree>
    <p:extLst>
      <p:ext uri="{BB962C8B-B14F-4D97-AF65-F5344CB8AC3E}">
        <p14:creationId xmlns:p14="http://schemas.microsoft.com/office/powerpoint/2010/main" val="744534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4BCD22-5D89-426A-BC08-7BB69887F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F1E76A-74F9-4902-AB65-C438BDE8B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3FF99E-822A-4684-815B-24F031D64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4D4B1F-209C-4466-867E-58A965D51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片付ける順番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B48C7D-5E31-4F3B-99BC-E337454B8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DDE580-2615-4DA4-9E8D-C39FE5756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まずはそこからです。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B66C8E-DEC5-4ECB-85B9-F94C830B25B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c7c7570c86406d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E03F14-9F08-4E06-94DF-2789A92FF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A62440-D3A2-498A-AA7D-70887E0CF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11 / 40</a:t>
            </a:r>
          </a:p>
        </p:txBody>
      </p:sp>
    </p:spTree>
    <p:extLst>
      <p:ext uri="{BB962C8B-B14F-4D97-AF65-F5344CB8AC3E}">
        <p14:creationId xmlns:p14="http://schemas.microsoft.com/office/powerpoint/2010/main" val="190579071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ACE4C0-F6B0-4096-972B-4B9450015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398621-7029-4A26-A9AB-B69A9A846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BDCE28D-E5AC-40E0-9CB8-450CE5BFC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726D92-316E-4E87-8383-CB8F4D5BC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まず一つの箱から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9101FD-2713-4B41-BF9A-6B82260AB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9550E4-7C6A-4798-8169-5F0A41A07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たとえば「リビングを全部」ではなく、まず目の前の一つの箱。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その箱の中に何があるかを見て、今日使う物と、もう役目を終えた物を分ける。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70425A-4FE1-41E2-9C5F-D0EACA8A84A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d32c266e5448ea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81F33B-06FC-45DA-AD84-B4B9B7CB6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6310C5-5214-40ED-99DD-348BF512B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12 / 40</a:t>
            </a:r>
          </a:p>
        </p:txBody>
      </p:sp>
    </p:spTree>
    <p:extLst>
      <p:ext uri="{BB962C8B-B14F-4D97-AF65-F5344CB8AC3E}">
        <p14:creationId xmlns:p14="http://schemas.microsoft.com/office/powerpoint/2010/main" val="33779015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3FD1FA-2B8A-4423-A115-DA9D359A9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87309F-04E1-406E-8DB9-6248AC134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21F88F-E72F-43B1-B2D9-11E6BC4B8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168894-A0FC-4148-BE29-6BAC04A88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まず一つの箱から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8349A1-9F81-44AF-AC13-20DAD97B9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2CF61A-CA20-4F25-B9E4-D77A30639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小さく始めるのは甘えではありません。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次の行動が分かる形にするためです。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A2EEB3-C43A-4646-B21E-50031998121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02ddd2b8be4a10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90BB744-467C-43DC-B109-D38FE570E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C18282-1A09-4BD4-8C5E-4CF263F2B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13 / 40</a:t>
            </a:r>
          </a:p>
        </p:txBody>
      </p:sp>
    </p:spTree>
    <p:extLst>
      <p:ext uri="{BB962C8B-B14F-4D97-AF65-F5344CB8AC3E}">
        <p14:creationId xmlns:p14="http://schemas.microsoft.com/office/powerpoint/2010/main" val="80252584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B3D815-0E34-4E86-9D28-36926265D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6E27B6-889B-4892-ABAF-C35688306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7F0F11-F936-40E9-A5DB-35827A92A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D6004B-54C1-49ED-A7C2-5AE6C8D1F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二つ目の間違い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E48F88-5538-47FA-8891-E57E8015A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219F36-3DF2-478A-A2E5-EA55821DC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二つ目。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「また使うかも」のたびに、物を持つ基準を先送りしていたことです。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0808B3-67EF-461A-856D-5331928DB9D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ce413864ef4d93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7BAD47-2D9F-400A-AB0A-788A094B7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F1D20E-FAD8-43E1-A666-409ADF352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14 / 40</a:t>
            </a:r>
          </a:p>
        </p:txBody>
      </p:sp>
    </p:spTree>
    <p:extLst>
      <p:ext uri="{BB962C8B-B14F-4D97-AF65-F5344CB8AC3E}">
        <p14:creationId xmlns:p14="http://schemas.microsoft.com/office/powerpoint/2010/main" val="1319268842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F7CD3CC-3AD5-497B-8AD6-ABCD8E147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337095-B255-44FD-B230-31D26149F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C0FAE6-ADAD-438F-BC68-C9DCA5855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162273-768C-439B-96D5-00E383ACF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「また使うかも」の先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573D4E-0211-4BF3-A4A9-B7C8353F5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B646DA7-B0AB-470B-9F2E-BB72F652B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もったいないと思う気持ちを、私は責めません。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ただ、物を一つずつ眺めるだけでは、同じ種類の物を全部でいくつ持っているか分かりません。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89BE03-7435-430C-B426-7F6F6A8A93A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03a7c83d494c74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95B3D0E-513C-44DE-A854-3805523DE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5DDE2E-363C-4164-958A-3BB496F17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15 / 40</a:t>
            </a:r>
          </a:p>
        </p:txBody>
      </p:sp>
    </p:spTree>
    <p:extLst>
      <p:ext uri="{BB962C8B-B14F-4D97-AF65-F5344CB8AC3E}">
        <p14:creationId xmlns:p14="http://schemas.microsoft.com/office/powerpoint/2010/main" val="860952995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9C5A66-239D-4F77-B31A-A24C3A4B6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34D309F-EE65-49EC-A51C-A157E0DC3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4BF720-DE7F-4CFD-B379-908FA35F9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B5E87F-BE0A-42A9-B5DC-C0A8461ED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「また使うかも」の先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A9C062-9514-472D-8780-17AD5AC29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5DC070-7133-4C63-9262-22CF9D65F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全量が見えないままなら、似た物をまた買ってしまうこともあります。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9D1EE1-4EFF-4D4A-A9CF-AEA3B13ABFB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3ddaf638a94b93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C965AA-4705-4B3E-B251-4E4B3F0BB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5B5192-E08B-4D8B-ABEE-71FBDCBC9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16 / 40</a:t>
            </a:r>
          </a:p>
        </p:txBody>
      </p:sp>
    </p:spTree>
    <p:extLst>
      <p:ext uri="{BB962C8B-B14F-4D97-AF65-F5344CB8AC3E}">
        <p14:creationId xmlns:p14="http://schemas.microsoft.com/office/powerpoint/2010/main" val="1153123647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3479D5-7734-48F2-8097-2F5F81681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0A6337-66F6-4B01-99A3-3287504EF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30B125-34BD-4248-B127-483044240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ACC913-5816-4207-ADE0-4644F7273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必要な量を選べた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6854D1-1DD3-47CA-8BC4-0CD4C5E9F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A72FF4-3A96-41E0-A4EC-45F8F2252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187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7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この方は後に、同じカテゴリーの物を集めて管理するようになりました。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7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すると「本当に必要？」と自分に聞けるようになり、特に100円ショップで余分な物を買わなくなったそうです。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FEE94A-B2A2-4894-8B67-F83E322D520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237378f0ca410d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2758D0-C991-4C76-8A98-B66D7FD0E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ABEA00-1E65-4F6D-BCFD-314CAB374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17 / 40</a:t>
            </a:r>
          </a:p>
        </p:txBody>
      </p:sp>
    </p:spTree>
    <p:extLst>
      <p:ext uri="{BB962C8B-B14F-4D97-AF65-F5344CB8AC3E}">
        <p14:creationId xmlns:p14="http://schemas.microsoft.com/office/powerpoint/2010/main" val="1683379234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00BFBF8-519C-4F6C-BE1A-E269F425C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41AB24-2505-49E0-B711-6C2A85354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DFCD1C-D55E-4BEC-8EAB-6D8D9A499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DCC010-A0A1-490D-93E3-5C834DEC0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必要な量を選べた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F9E84E-C202-49BB-8FB5-C4FCE0F38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4C2ADB-BE29-423C-8A2D-3FC6772D4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捨てる勇気だけでなく、選ぶ基準を持てたことが大きいんです。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63B4BD-B437-4BCE-81C0-4346DA13D4D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696204ce254cfe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D8336C-D784-47A7-BEE3-EA84CADAE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6C8432-0091-4595-81AA-F2D26F902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18 / 40</a:t>
            </a:r>
          </a:p>
        </p:txBody>
      </p:sp>
    </p:spTree>
    <p:extLst>
      <p:ext uri="{BB962C8B-B14F-4D97-AF65-F5344CB8AC3E}">
        <p14:creationId xmlns:p14="http://schemas.microsoft.com/office/powerpoint/2010/main" val="1685411976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B0448B-E276-4659-BEF4-86704306E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DD0ED0-9B67-4B58-BF4B-450350725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612A35-1D2C-48D1-9BB8-6B9ED3EC3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5C1C34-DA19-4AED-9DEB-9FA0AEE25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全量を見る意味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3E9574-5C24-44AD-A8C5-44ABCFF17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379858-D357-4C79-81CC-12C46BB19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187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7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家にある物の量を知らないまま買い物をすれば、必要かどうかを判断する材料が足りません。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7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逆に全量が分かれば、「もう家にある」「この数で足りる」と決められます。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5025B9-68F5-4D58-B183-4B82A47146D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80b94a614b420b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47679C-4498-4EB7-9392-297B16C62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BC68A1-332D-4250-ABE2-502971229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19 / 40</a:t>
            </a:r>
          </a:p>
        </p:txBody>
      </p:sp>
    </p:spTree>
    <p:extLst>
      <p:ext uri="{BB962C8B-B14F-4D97-AF65-F5344CB8AC3E}">
        <p14:creationId xmlns:p14="http://schemas.microsoft.com/office/powerpoint/2010/main" val="1954355175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D59D109-ECC9-4259-BAF5-954336ECB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3425EA-811C-40A0-A144-0E8B70124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A00317-D8DA-4689-9924-9C55F9095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38F7EC-B864-4B73-BC8E-FC46D5273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全量を見る意味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86ECB9-51E2-4148-A334-1A2A4011A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C9DB26-EE4A-4EB8-96D3-7BD4F4DA8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片付けは、ただ減らす競争ではなく、自分の暮らしに必要な量を選び直すことなんです。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8C9EA5-82D7-4889-9294-1AEEC3DE2CB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5b0c49e967438e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0A36E3B-B708-4815-AD59-A78E9A262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27535E-797F-455A-9D35-157DBE97B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20 / 40</a:t>
            </a:r>
          </a:p>
        </p:txBody>
      </p:sp>
    </p:spTree>
    <p:extLst>
      <p:ext uri="{BB962C8B-B14F-4D97-AF65-F5344CB8AC3E}">
        <p14:creationId xmlns:p14="http://schemas.microsoft.com/office/powerpoint/2010/main" val="486340889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3109992-5336-4E28-8051-C4E58B350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39F7209-421B-4B06-820C-26C82B202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FE0591-6073-4AA0-B826-5F49BE1EE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B955E2-8731-4B97-887F-A20AA4710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三つ目の間違い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CB61E1-20F3-4C80-BE47-521991F81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8B2450-8D34-4459-B4A0-F89C04D8B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三つ目。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片付けを、捨てる作業だけで終わるものと考えていたことです。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F832B7-45B1-4B98-9E4C-874B98D6077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0b47c1a7b04acb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D3D448-5352-43A4-9C23-316B4BD6F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E6CB36-DA4A-4AC5-9B67-7EDBB52C2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21 / 40</a:t>
            </a:r>
          </a:p>
        </p:txBody>
      </p:sp>
    </p:spTree>
    <p:extLst>
      <p:ext uri="{BB962C8B-B14F-4D97-AF65-F5344CB8AC3E}">
        <p14:creationId xmlns:p14="http://schemas.microsoft.com/office/powerpoint/2010/main" val="1743629598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9E8E83-48EE-46C7-A83B-974A2A575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E57063-BB3B-4E17-BD81-091553E7F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A16CE2-2ADA-4805-8E12-1133487A6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A47AD7-8FA6-4D87-B658-3EAB6E41A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捨てた後の住所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072C4A-38FD-413F-916F-1D3604F39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B40C27-60EB-4A02-9CAF-566B65FCA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捨てれば一時的に空間はできます。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でも残した物の住所が決まらなければ、使った後にまた置き場所に迷います。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76661C-814D-4C1E-9CC2-9CF92F6EB30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0fd4256a4a4146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23F046-5089-4603-AF7E-85A9C330D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D56EAE-577D-4887-AF74-631C88896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22 / 40</a:t>
            </a:r>
          </a:p>
        </p:txBody>
      </p:sp>
    </p:spTree>
    <p:extLst>
      <p:ext uri="{BB962C8B-B14F-4D97-AF65-F5344CB8AC3E}">
        <p14:creationId xmlns:p14="http://schemas.microsoft.com/office/powerpoint/2010/main" val="1250357346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963B29-A570-454B-BFDD-B16323C3D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6861879-56B6-41FD-BD3C-8DA47D47C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F9FA6E-5FD3-4EAB-87AB-BE70BFAB9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3D7C77-4370-407D-B1C9-4AD31FA41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捨てた後の住所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5DBE3B-403C-4EB5-9D05-BBD23FC6E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EA7BA5-F10D-4C0F-8B8E-706A7C7FB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片付いた状態を続けるには、物を適正量にして、使いやすく整え、戻す行動までつなげる必要があります。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62E7CB-BF41-4724-A764-0921CA4141E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bc3afde7a440e4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06BDC45-B9B0-44F9-AF87-E2044D3E8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DE7D47E-4E1C-4AEA-B801-5CFF6EC19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23 / 40</a:t>
            </a:r>
          </a:p>
        </p:txBody>
      </p:sp>
    </p:spTree>
    <p:extLst>
      <p:ext uri="{BB962C8B-B14F-4D97-AF65-F5344CB8AC3E}">
        <p14:creationId xmlns:p14="http://schemas.microsoft.com/office/powerpoint/2010/main" val="920038711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5B4BB50-B46B-411B-B244-B8DAD4EA5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13F536-A3B2-48DD-8B54-C74C19AC7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432847-2D15-4A87-9EDA-5BC36469C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CFDA58-F3AD-4E1E-87B3-C4180CC7B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減らす・整える・戻す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F354CA-C489-4A07-B50F-D4D09F1D3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B7E7FA-D433-4AB5-887B-A34D15B83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この三つは、順番を入れ替えるとうまくいきにくいんです。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量が多すぎるまま収納用品だけ増やしても、何をどこに置くか迷います。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4AB305-3849-4D5E-BF2A-79175440C64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26dd56a7744cfa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F664DC-4429-42CD-99F8-B789D05F7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81F635-F192-466A-9865-73E90F7F7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24 / 40</a:t>
            </a:r>
          </a:p>
        </p:txBody>
      </p:sp>
    </p:spTree>
    <p:extLst>
      <p:ext uri="{BB962C8B-B14F-4D97-AF65-F5344CB8AC3E}">
        <p14:creationId xmlns:p14="http://schemas.microsoft.com/office/powerpoint/2010/main" val="566146491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23490E-6C0A-4D06-B5AF-E69A0E600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6D197D-801B-4E91-9466-65742A20B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0468CD-D966-4FC2-8967-EC83AF976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8FB68D-5F3D-4455-A9E2-C46B923BC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減らす・整える・戻す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A76174-38BA-41A8-88E3-91B666BD8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F90A1C-C8D9-4D25-9462-EE45CC0A0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物を減らしただけで終われば、使うたびに散らかります。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だから1秒収納では、「減らす・整える・戻す」を一続きで考えます。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2A0481-71C6-4A0B-A4E1-CD81EC9D2A3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061e7acbf04b35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DBF5FA-FFE3-498E-AEB9-F287A8E1A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7C93E4-C02B-4C2B-B6EE-FF5F2503F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25 / 40</a:t>
            </a:r>
          </a:p>
        </p:txBody>
      </p:sp>
    </p:spTree>
    <p:extLst>
      <p:ext uri="{BB962C8B-B14F-4D97-AF65-F5344CB8AC3E}">
        <p14:creationId xmlns:p14="http://schemas.microsoft.com/office/powerpoint/2010/main" val="1602083215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0736C2D-F18F-4930-A6E0-DF10F1367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D40F1C-82E3-4CAA-8ACB-2B5AAFF5B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ECAD62-B259-4748-ABCF-2BD0572D8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80255E-6D0D-4397-B37A-AF47497DB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始まりは作業会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343A1C-CA01-4C8D-B290-96646FCB3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9B4107-B013-4E36-8CC2-175E792BD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では、この方はどうしたか。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始まりは、講座が始まる前に勇気を出して参加した作業会でした。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85AEBC-E62A-4549-B061-18CFD9630C6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8e2f8be43f4e15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CF818B7-4826-4F7B-93A1-B6CC90C72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85C753-477F-4C2C-BA3B-E08793C28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26 / 40</a:t>
            </a:r>
          </a:p>
        </p:txBody>
      </p:sp>
    </p:spTree>
    <p:extLst>
      <p:ext uri="{BB962C8B-B14F-4D97-AF65-F5344CB8AC3E}">
        <p14:creationId xmlns:p14="http://schemas.microsoft.com/office/powerpoint/2010/main" val="1282327396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D2905A-8D07-494E-8CC5-D0A5EDAA4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2C7236-1D2D-46B2-9EBF-0263E834D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4C487E-09F4-4D52-ACFE-9C4E6F4BC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E3B261-4ED7-40E9-8183-E0F1848E5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始まりは作業会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955964-57FB-4AAE-A7CF-0078793F3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AAB1A9-6F07-4864-B5ED-CC04E4981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先生や先輩と一緒に取り組み、その日に60個を手放せたそうです。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「私にもできそう」という感覚が、そこで生まれました。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27E6B9-6D6F-4F04-84DB-752EDF87620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0f01254dc244cf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99CE3BB-B178-455C-8510-F854143A7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D19065-9162-47FB-910D-10E898B41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27 / 40</a:t>
            </a:r>
          </a:p>
        </p:txBody>
      </p:sp>
    </p:spTree>
    <p:extLst>
      <p:ext uri="{BB962C8B-B14F-4D97-AF65-F5344CB8AC3E}">
        <p14:creationId xmlns:p14="http://schemas.microsoft.com/office/powerpoint/2010/main" val="586787427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5BA8230-DFF0-41C2-ADD8-2142EB992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746FCF-B160-4D6C-8AEF-4B154DF42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044A4D-8E68-4988-827D-D1EC93AC4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F18B13-6577-429E-81CB-BCA284DD4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一人で抱え込まない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53D11F-5E8A-4456-8404-23741F744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71E6F3-B33D-468F-9106-EAEA44268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その後は、仲間と作業する場所を使いながら、ほぼ毎日続けていきました。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私はここを、ただ頑張った話で終わらせたくありません。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35DE388-D97A-4CD5-B9A7-29732D7C8B7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ece00884fb4882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498887-586F-473A-9E01-456976DDF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319AEFC-5104-4AFB-8ADD-4990DEC91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28 / 40</a:t>
            </a:r>
          </a:p>
        </p:txBody>
      </p:sp>
    </p:spTree>
    <p:extLst>
      <p:ext uri="{BB962C8B-B14F-4D97-AF65-F5344CB8AC3E}">
        <p14:creationId xmlns:p14="http://schemas.microsoft.com/office/powerpoint/2010/main" val="1139856218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9C29A9-26C0-499A-95C9-B068EFEDD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CD6B71-1758-40E7-B521-60CCB79A7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C1C841-BB84-4B7D-B194-AFCEAF3FC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FF4A36-2154-4F35-AFB5-71970AFD1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一人で抱え込まない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72F1A0-C989-4E0E-B1FA-BA69036BA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99919B-307B-4FBC-81C7-39C788C25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一人で物の山と向き合って自分を責めるやり方から、範囲を決め、助けを借りて、今日の一歩を積むやり方に変わったんです。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385322-CF76-405A-92C5-98E4412521A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937198f81740db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C6B369-1803-49A2-8254-BDB498460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8FBB20-8899-4E5D-9524-6B9D4DEE8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29 / 40</a:t>
            </a:r>
          </a:p>
        </p:txBody>
      </p:sp>
    </p:spTree>
    <p:extLst>
      <p:ext uri="{BB962C8B-B14F-4D97-AF65-F5344CB8AC3E}">
        <p14:creationId xmlns:p14="http://schemas.microsoft.com/office/powerpoint/2010/main" val="602295429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938917-25BF-451A-85E9-4EB299563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2E070B-1209-4708-998E-7C445E06B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4FA1E1-2322-4104-B74C-56DC9CE14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5DFB09-7EFA-460C-A4DA-C67AD90ED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卒論に残る変化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D88098-94D6-4D51-A9DD-05EA27D3A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5E4214-E5B0-466B-9D0C-FD4C21754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卒論に書かれた変化は、捨てるハードルが下がったことだけではありません。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物を買う前に必要か考え、同じ種類の物の全量を見て、置き場所を考えるようになった。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054F6C-E144-4C28-8BD0-5E46534E29D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99a67cdd7e4790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7F2898-2786-4397-B457-BDC1B7A7C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56EA87-F035-4A75-9F7A-B0E4AA6C9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30 / 40</a:t>
            </a:r>
          </a:p>
        </p:txBody>
      </p:sp>
    </p:spTree>
    <p:extLst>
      <p:ext uri="{BB962C8B-B14F-4D97-AF65-F5344CB8AC3E}">
        <p14:creationId xmlns:p14="http://schemas.microsoft.com/office/powerpoint/2010/main" val="1243552083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B4C701-2765-42E3-AFDC-26E381B22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9DE02D-3536-4B91-B1B8-A7CCB5158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2833B7-AEC2-4402-9DBE-47F653ED3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5B54E8-4367-4186-B7AD-A3FA51C23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卒論に残る変化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EB62B4-812D-424F-8626-1F4758A56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86BC3B-B372-4BB3-A8CD-91707F34F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さらに仕事でも「この作業は今必要？」と問い、優先順位をつけやすくなってきたそうです。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D9968F-FC61-4AAB-9D73-0C81C9EDFFD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0abab530e443e4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114B02-0534-41DE-A604-4B91F887B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FC5866-9071-48CB-BF08-DFAA069AD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31 / 40</a:t>
            </a:r>
          </a:p>
        </p:txBody>
      </p:sp>
    </p:spTree>
    <p:extLst>
      <p:ext uri="{BB962C8B-B14F-4D97-AF65-F5344CB8AC3E}">
        <p14:creationId xmlns:p14="http://schemas.microsoft.com/office/powerpoint/2010/main" val="1276829259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52DEF0-962C-4DA2-BBC9-A52AC19C7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BFFBD3-5B16-44A6-BA65-362908833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2BC9AC-769F-4EF8-9000-D95E29EB6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66CECC-873A-4EAF-96FD-065F9E581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仕事にも広がった問い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8E03D9-7EAD-4896-988E-CF91FFC74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08E403-5EAA-4430-8603-3CE39F995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ここが私は好きなんです。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家で物を選ぶ時に使った問いが、仕事の用事を選ぶ時にも使えるようになった。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A0051B-1A4F-4A5E-B0F6-911B1568CBB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8f2db7d0694afa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1B26D0-BD6C-42BA-A546-C6341B6AF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DF9BE68-F863-4097-B31E-CA7BECCA0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32 / 40</a:t>
            </a:r>
          </a:p>
        </p:txBody>
      </p:sp>
    </p:spTree>
    <p:extLst>
      <p:ext uri="{BB962C8B-B14F-4D97-AF65-F5344CB8AC3E}">
        <p14:creationId xmlns:p14="http://schemas.microsoft.com/office/powerpoint/2010/main" val="1576875447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EEC650B-DF3C-43F9-85E1-C7B77E8A5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B751F1-ADF3-42BE-80BF-23FA512A2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91012B-ABF0-4CC0-A819-9DBF86C71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463749-1B84-4487-BABA-4E8BCA344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仕事にも広がった問い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FD8932-EE15-4B9D-9E97-98074E91E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49A9CC-A316-4429-BB41-88FF45704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本人が、暮らしの中で考え方の変化を感じているんですね。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もちろん、誰もが同じように仕事まで変わるとは言いません。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1B9E27-DCB8-47EA-BDE9-8BDE365A9A6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bb66bbaa6849cd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567014-985B-479A-8548-804E63A74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375633-759A-47D3-8630-0F5F10266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33 / 40</a:t>
            </a:r>
          </a:p>
        </p:txBody>
      </p:sp>
    </p:spTree>
    <p:extLst>
      <p:ext uri="{BB962C8B-B14F-4D97-AF65-F5344CB8AC3E}">
        <p14:creationId xmlns:p14="http://schemas.microsoft.com/office/powerpoint/2010/main" val="925977933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AA83A6-D174-4534-A861-652EEFB13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784A84-863C-4109-ACF1-98E1EC74E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FBB4DC-101F-4EA3-B683-16C06418D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925797-66CA-42EF-BE99-48E2C5C9F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仕事にも広がった問い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AA1947-5C53-4DA9-8F01-1C0B6C1C6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DB8282-80CF-4317-A090-D6D28B774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この方が卒論に書いた、ご自身の変化です。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CCC3E32-1487-4E90-9407-979F3F20C2B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c4584efa2d42f2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28E142B-065E-467C-A635-D1F2DD095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FBE200B-59DA-4A5C-B552-5D201ADB7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34 / 40</a:t>
            </a:r>
          </a:p>
        </p:txBody>
      </p:sp>
    </p:spTree>
    <p:extLst>
      <p:ext uri="{BB962C8B-B14F-4D97-AF65-F5344CB8AC3E}">
        <p14:creationId xmlns:p14="http://schemas.microsoft.com/office/powerpoint/2010/main" val="912474040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ED29209-705C-4DDF-ADAF-AF5B31F06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0CC3A9-2288-4FB7-BA8F-A1F5BE3E3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0C8DA9-32F9-4BD3-811A-82EA28B87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8C8267-F5FA-407A-8226-B818EB7B5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これからの目標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AA9FAB-04E4-4562-8F48-6CFB1B9AF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43604E-C373-436A-9717-E1B700F59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家を訪れる方から、空いたスペースに驚かれることもありました。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ただし、この方が望む部屋づくりは、まだ続いています。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03FFAD2-143C-4B92-B07D-FAE9F4A00C0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6ace676db84bff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C9C4E4-7924-4A05-97F6-347F86176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2C711DF-81A0-40CD-A1DE-865C1BC07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35 / 40</a:t>
            </a:r>
          </a:p>
        </p:txBody>
      </p:sp>
    </p:spTree>
    <p:extLst>
      <p:ext uri="{BB962C8B-B14F-4D97-AF65-F5344CB8AC3E}">
        <p14:creationId xmlns:p14="http://schemas.microsoft.com/office/powerpoint/2010/main" val="1717288397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79AD281-378C-4F9D-8B6D-82A228B3E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FAD61B-4292-42E2-A9CD-63FBAC908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A6DC22-08AD-4B63-ABAF-D8E1D163A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BEE897-80FC-423A-82CC-747F3CAB4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これからの目標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23B3CB-53F1-4FC0-8BB7-4AAFF3E35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DC4DDA-254F-4711-858C-DDE36BEAE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ご主人が動きやすいダイニングのレイアウトや、友人を招くことは、卒論に書かれたこれからの目標です。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C10523-5969-4641-8711-AFF3EFAF90E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699c50b6f244a9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C573CB-FCC0-42B4-A920-FFDE554EA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467BEE-FCAD-45C6-B3F0-8AC0956D2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36 / 40</a:t>
            </a:r>
          </a:p>
        </p:txBody>
      </p:sp>
    </p:spTree>
    <p:extLst>
      <p:ext uri="{BB962C8B-B14F-4D97-AF65-F5344CB8AC3E}">
        <p14:creationId xmlns:p14="http://schemas.microsoft.com/office/powerpoint/2010/main" val="1059060957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F3279DE-DAAF-4D39-895C-4BD941B86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9AD620-495F-4309-ACBF-5CD5EE7D1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8B0DD6-5FF6-4167-8005-4FF26BF06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4A0415-B391-4041-962C-8F9E6759F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今日からの一歩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6C47A8-9E8C-4E9F-B0C1-1188CFCFA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550B3B-AD74-4157-8AA7-F81B52275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187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7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もしあなたも、金曜の夜はやる気があるのに土曜には動けなくなるなら、「またできなかった」と決めつけないでください。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7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まず、どの範囲を何のために片付けるかを決める。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96A03E-2318-42BD-8C9B-07C441A6EE1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1d73e4324e4dc0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4C8355-7DDD-48BA-9454-AAA7167A5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325FBB9-DA3D-4478-9A95-D9FAF72ED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37 / 40</a:t>
            </a:r>
          </a:p>
        </p:txBody>
      </p:sp>
    </p:spTree>
    <p:extLst>
      <p:ext uri="{BB962C8B-B14F-4D97-AF65-F5344CB8AC3E}">
        <p14:creationId xmlns:p14="http://schemas.microsoft.com/office/powerpoint/2010/main" val="1723073663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D3C85E-2D7E-4764-9B4C-3E217D29A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1AF167-FC78-40F5-8106-BC9010399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91365A-DB16-442A-AF0A-BDC4EFDDE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DA7E1E-E19A-43A0-9223-50CCCA6B6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今日からの一歩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A968B7-4455-4E3F-9FC6-65A9AA3BE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8F267C-1B8D-4F90-9AE7-DE2C7A61E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そして、残す物の量、住所、戻す行動まで、順番に考えていきましょう。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8B32C7-F7C7-4245-883A-8831FC86E0C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a7579c19084ee9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EB96F7-DFE4-4D86-873C-B16C3D312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0221B8B-01BC-4C64-B3F4-62ED5A4E2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38 / 40</a:t>
            </a:r>
          </a:p>
        </p:txBody>
      </p:sp>
    </p:spTree>
    <p:extLst>
      <p:ext uri="{BB962C8B-B14F-4D97-AF65-F5344CB8AC3E}">
        <p14:creationId xmlns:p14="http://schemas.microsoft.com/office/powerpoint/2010/main" val="583938294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BACB94-AD71-49EC-8820-7671DDC76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15C843-2132-4611-A6AE-3CA4F2216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54F514-DEE8-412B-99AA-7DC0B9C69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8B2606-D1FF-4B0C-899E-DBE986C80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1秒収納へ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57A8AA-221C-4F9A-AA40-DE031A293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F9B416-EBDA-4938-94ED-78D555769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187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7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片付け方だけを増やしても、「全部を一度にやらなければ」という脳の癖がそのままなら、始める前に苦しくなります。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7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真面目で頑張り屋な方が、頑張り方を変えられるようにするのが1秒収納です。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F51BCB-7F44-4DBF-A08F-FDBEE9AD11B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d5d7b67a0d45ff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C586C7-ED26-42DF-B522-94BDB1027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E4DC85-10CC-4985-9BD2-02CE2EA55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39 / 40</a:t>
            </a:r>
          </a:p>
        </p:txBody>
      </p:sp>
    </p:spTree>
    <p:extLst>
      <p:ext uri="{BB962C8B-B14F-4D97-AF65-F5344CB8AC3E}">
        <p14:creationId xmlns:p14="http://schemas.microsoft.com/office/powerpoint/2010/main" val="730952415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2B0B93-7B67-45F4-9375-B1C86F1D4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CC1866-6C2E-441D-A847-CEC6EFD7B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850772-C597-47A4-95DD-1BBF8149A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DCEC9F-7337-4EA6-AAF2-0D62DC0F4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1秒収納へ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A193F5-7354-488E-B156-E77D0FFAA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B79546-E83E-4877-869D-AD8AD0E4C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詳しく知りたい方は、概要欄から体験セミナーの詳細をご覧ください。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586697-4D72-4E02-9E48-91994FEC24F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6ab0b385454c71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57828AB-4A5F-4A4F-ADCA-521299B3F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CDBDAE-21C4-4F92-9402-BD47978A7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40 / 40</a:t>
            </a:r>
          </a:p>
        </p:txBody>
      </p:sp>
    </p:spTree>
    <p:extLst>
      <p:ext uri="{BB962C8B-B14F-4D97-AF65-F5344CB8AC3E}">
        <p14:creationId xmlns:p14="http://schemas.microsoft.com/office/powerpoint/2010/main" val="36906885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Hiragino Sans"/>
        <a:ea typeface=""/>
        <a:cs typeface=""/>
      </a:majorFont>
      <a:minorFont>
        <a:latin typeface="Hiragino San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2026-10-20T09:19:19.1420000Z</dcterms:created>
  <dcterms:modified xsi:type="dcterms:W3CDTF">2026-10-20T09:19:19.1420000Z</dcterms:modified>
</coreProperties>
</file>