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eea126c15d4a6f" /><Relationship Type="http://schemas.openxmlformats.org/officeDocument/2006/relationships/extended-properties" Target="/docProps/app.xml" Id="Rcca8ae749e734593" /><Relationship Type="http://schemas.openxmlformats.org/officeDocument/2006/relationships/officeDocument" Target="/ppt/presentation.xml" Id="Ra76959792bca4a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6adc7a1c944343"/>
  </p:sldMasterIdLst>
  <p:notesMasterIdLst>
    <p:notesMasterId xmlns:r="http://schemas.openxmlformats.org/officeDocument/2006/relationships" r:id="R8f22eeb15bc64440"/>
  </p:notesMasterIdLst>
  <p:sldIdLst>
    <p:sldId xmlns:r="http://schemas.openxmlformats.org/officeDocument/2006/relationships" id="256" r:id="Rd4a2c6d3bd314657"/>
    <p:sldId xmlns:r="http://schemas.openxmlformats.org/officeDocument/2006/relationships" id="257" r:id="Rd66488cc64784d56"/>
    <p:sldId xmlns:r="http://schemas.openxmlformats.org/officeDocument/2006/relationships" id="258" r:id="R135c551171d34151"/>
    <p:sldId xmlns:r="http://schemas.openxmlformats.org/officeDocument/2006/relationships" id="259" r:id="R64ebaf94dda1406b"/>
    <p:sldId xmlns:r="http://schemas.openxmlformats.org/officeDocument/2006/relationships" id="260" r:id="R224d1cdf9cc94925"/>
    <p:sldId xmlns:r="http://schemas.openxmlformats.org/officeDocument/2006/relationships" id="261" r:id="Re96c7764c59c45d8"/>
    <p:sldId xmlns:r="http://schemas.openxmlformats.org/officeDocument/2006/relationships" id="262" r:id="Rb3592c9a07854a0a"/>
    <p:sldId xmlns:r="http://schemas.openxmlformats.org/officeDocument/2006/relationships" id="263" r:id="Rb74fce250d904710"/>
    <p:sldId xmlns:r="http://schemas.openxmlformats.org/officeDocument/2006/relationships" id="264" r:id="Rd8e6af114a094f5c"/>
    <p:sldId xmlns:r="http://schemas.openxmlformats.org/officeDocument/2006/relationships" id="265" r:id="Re54aaf58433349e7"/>
    <p:sldId xmlns:r="http://schemas.openxmlformats.org/officeDocument/2006/relationships" id="266" r:id="R84f4f67d5c5441e4"/>
    <p:sldId xmlns:r="http://schemas.openxmlformats.org/officeDocument/2006/relationships" id="267" r:id="R9dae6034b2fe4e86"/>
    <p:sldId xmlns:r="http://schemas.openxmlformats.org/officeDocument/2006/relationships" id="268" r:id="R7c92173d06a14b43"/>
    <p:sldId xmlns:r="http://schemas.openxmlformats.org/officeDocument/2006/relationships" id="269" r:id="R1bc572f2850e4a55"/>
    <p:sldId xmlns:r="http://schemas.openxmlformats.org/officeDocument/2006/relationships" id="270" r:id="Rdbe1edf1a32445be"/>
    <p:sldId xmlns:r="http://schemas.openxmlformats.org/officeDocument/2006/relationships" id="271" r:id="Raea093d8ecad4578"/>
    <p:sldId xmlns:r="http://schemas.openxmlformats.org/officeDocument/2006/relationships" id="272" r:id="R3cba227897ce46f6"/>
    <p:sldId xmlns:r="http://schemas.openxmlformats.org/officeDocument/2006/relationships" id="273" r:id="Re8ac2c29f70d48fa"/>
    <p:sldId xmlns:r="http://schemas.openxmlformats.org/officeDocument/2006/relationships" id="274" r:id="Rf401ef97b3fb4cb9"/>
    <p:sldId xmlns:r="http://schemas.openxmlformats.org/officeDocument/2006/relationships" id="275" r:id="Reffc310892644d0f"/>
    <p:sldId xmlns:r="http://schemas.openxmlformats.org/officeDocument/2006/relationships" id="276" r:id="Rbfaf6ec67d364339"/>
    <p:sldId xmlns:r="http://schemas.openxmlformats.org/officeDocument/2006/relationships" id="277" r:id="R7e089a38e76d464e"/>
    <p:sldId xmlns:r="http://schemas.openxmlformats.org/officeDocument/2006/relationships" id="278" r:id="R4277a1732cf04b70"/>
    <p:sldId xmlns:r="http://schemas.openxmlformats.org/officeDocument/2006/relationships" id="279" r:id="R56d01441b4554db0"/>
    <p:sldId xmlns:r="http://schemas.openxmlformats.org/officeDocument/2006/relationships" id="280" r:id="Re4a6c7a68f7345cd"/>
    <p:sldId xmlns:r="http://schemas.openxmlformats.org/officeDocument/2006/relationships" id="281" r:id="R1d3b19347dba4571"/>
    <p:sldId xmlns:r="http://schemas.openxmlformats.org/officeDocument/2006/relationships" id="282" r:id="Rfb70e9a9b2004267"/>
    <p:sldId xmlns:r="http://schemas.openxmlformats.org/officeDocument/2006/relationships" id="283" r:id="Rbc59b473a599496a"/>
    <p:sldId xmlns:r="http://schemas.openxmlformats.org/officeDocument/2006/relationships" id="284" r:id="R12d8d53e4f264a77"/>
    <p:sldId xmlns:r="http://schemas.openxmlformats.org/officeDocument/2006/relationships" id="285" r:id="R1def8e2563ea4775"/>
    <p:sldId xmlns:r="http://schemas.openxmlformats.org/officeDocument/2006/relationships" id="286" r:id="Ra4c0616e22f84b6f"/>
    <p:sldId xmlns:r="http://schemas.openxmlformats.org/officeDocument/2006/relationships" id="287" r:id="R82af4790e1ce4b14"/>
    <p:sldId xmlns:r="http://schemas.openxmlformats.org/officeDocument/2006/relationships" id="288" r:id="Rd073281dbb7c4b96"/>
    <p:sldId xmlns:r="http://schemas.openxmlformats.org/officeDocument/2006/relationships" id="289" r:id="R2fb562694c924e97"/>
    <p:sldId xmlns:r="http://schemas.openxmlformats.org/officeDocument/2006/relationships" id="290" r:id="R9151f68df88e4598"/>
    <p:sldId xmlns:r="http://schemas.openxmlformats.org/officeDocument/2006/relationships" id="291" r:id="R0e49f2b4a11e450a"/>
    <p:sldId xmlns:r="http://schemas.openxmlformats.org/officeDocument/2006/relationships" id="292" r:id="Rdd38bec8922c412c"/>
    <p:sldId xmlns:r="http://schemas.openxmlformats.org/officeDocument/2006/relationships" id="293" r:id="R82db463459d04b24"/>
    <p:sldId xmlns:r="http://schemas.openxmlformats.org/officeDocument/2006/relationships" id="294" r:id="Rf3709d90ddd0415f"/>
    <p:sldId xmlns:r="http://schemas.openxmlformats.org/officeDocument/2006/relationships" id="295" r:id="R7634d879147141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c6cf3c83d84947" /><Relationship Type="http://schemas.openxmlformats.org/officeDocument/2006/relationships/slideMaster" Target="/ppt/slideMasters/slideMaster1.xml" Id="Rb56adc7a1c944343" /><Relationship Type="http://schemas.openxmlformats.org/officeDocument/2006/relationships/notesMaster" Target="/ppt/notesMasters/notesMaster1.xml" Id="R8f22eeb15bc64440" /><Relationship Type="http://schemas.openxmlformats.org/officeDocument/2006/relationships/presProps" Target="/ppt/presProps.xml" Id="R58ebfdc0187648c4" /><Relationship Type="http://schemas.openxmlformats.org/officeDocument/2006/relationships/tableStyles" Target="/ppt/tableStyles.xml" Id="Ra91bb666116646a3" /><Relationship Type="http://schemas.openxmlformats.org/officeDocument/2006/relationships/slide" Target="/ppt/slides/slide1.xml" Id="Rd4a2c6d3bd314657" /><Relationship Type="http://schemas.openxmlformats.org/officeDocument/2006/relationships/slide" Target="/ppt/slides/slide2.xml" Id="Rd66488cc64784d56" /><Relationship Type="http://schemas.openxmlformats.org/officeDocument/2006/relationships/slide" Target="/ppt/slides/slide3.xml" Id="R135c551171d34151" /><Relationship Type="http://schemas.openxmlformats.org/officeDocument/2006/relationships/slide" Target="/ppt/slides/slide4.xml" Id="R64ebaf94dda1406b" /><Relationship Type="http://schemas.openxmlformats.org/officeDocument/2006/relationships/slide" Target="/ppt/slides/slide5.xml" Id="R224d1cdf9cc94925" /><Relationship Type="http://schemas.openxmlformats.org/officeDocument/2006/relationships/slide" Target="/ppt/slides/slide6.xml" Id="Re96c7764c59c45d8" /><Relationship Type="http://schemas.openxmlformats.org/officeDocument/2006/relationships/slide" Target="/ppt/slides/slide7.xml" Id="Rb3592c9a07854a0a" /><Relationship Type="http://schemas.openxmlformats.org/officeDocument/2006/relationships/slide" Target="/ppt/slides/slide8.xml" Id="Rb74fce250d904710" /><Relationship Type="http://schemas.openxmlformats.org/officeDocument/2006/relationships/slide" Target="/ppt/slides/slide9.xml" Id="Rd8e6af114a094f5c" /><Relationship Type="http://schemas.openxmlformats.org/officeDocument/2006/relationships/slide" Target="/ppt/slides/slide10.xml" Id="Re54aaf58433349e7" /><Relationship Type="http://schemas.openxmlformats.org/officeDocument/2006/relationships/slide" Target="/ppt/slides/slide11.xml" Id="R84f4f67d5c5441e4" /><Relationship Type="http://schemas.openxmlformats.org/officeDocument/2006/relationships/slide" Target="/ppt/slides/slide12.xml" Id="R9dae6034b2fe4e86" /><Relationship Type="http://schemas.openxmlformats.org/officeDocument/2006/relationships/slide" Target="/ppt/slides/slide13.xml" Id="R7c92173d06a14b43" /><Relationship Type="http://schemas.openxmlformats.org/officeDocument/2006/relationships/slide" Target="/ppt/slides/slide14.xml" Id="R1bc572f2850e4a55" /><Relationship Type="http://schemas.openxmlformats.org/officeDocument/2006/relationships/slide" Target="/ppt/slides/slide15.xml" Id="Rdbe1edf1a32445be" /><Relationship Type="http://schemas.openxmlformats.org/officeDocument/2006/relationships/slide" Target="/ppt/slides/slide16.xml" Id="Raea093d8ecad4578" /><Relationship Type="http://schemas.openxmlformats.org/officeDocument/2006/relationships/slide" Target="/ppt/slides/slide17.xml" Id="R3cba227897ce46f6" /><Relationship Type="http://schemas.openxmlformats.org/officeDocument/2006/relationships/slide" Target="/ppt/slides/slide18.xml" Id="Re8ac2c29f70d48fa" /><Relationship Type="http://schemas.openxmlformats.org/officeDocument/2006/relationships/slide" Target="/ppt/slides/slide19.xml" Id="Rf401ef97b3fb4cb9" /><Relationship Type="http://schemas.openxmlformats.org/officeDocument/2006/relationships/slide" Target="/ppt/slides/slide20.xml" Id="Reffc310892644d0f" /><Relationship Type="http://schemas.openxmlformats.org/officeDocument/2006/relationships/slide" Target="/ppt/slides/slide21.xml" Id="Rbfaf6ec67d364339" /><Relationship Type="http://schemas.openxmlformats.org/officeDocument/2006/relationships/slide" Target="/ppt/slides/slide22.xml" Id="R7e089a38e76d464e" /><Relationship Type="http://schemas.openxmlformats.org/officeDocument/2006/relationships/slide" Target="/ppt/slides/slide23.xml" Id="R4277a1732cf04b70" /><Relationship Type="http://schemas.openxmlformats.org/officeDocument/2006/relationships/slide" Target="/ppt/slides/slide24.xml" Id="R56d01441b4554db0" /><Relationship Type="http://schemas.openxmlformats.org/officeDocument/2006/relationships/slide" Target="/ppt/slides/slide25.xml" Id="Re4a6c7a68f7345cd" /><Relationship Type="http://schemas.openxmlformats.org/officeDocument/2006/relationships/slide" Target="/ppt/slides/slide26.xml" Id="R1d3b19347dba4571" /><Relationship Type="http://schemas.openxmlformats.org/officeDocument/2006/relationships/slide" Target="/ppt/slides/slide27.xml" Id="Rfb70e9a9b2004267" /><Relationship Type="http://schemas.openxmlformats.org/officeDocument/2006/relationships/slide" Target="/ppt/slides/slide28.xml" Id="Rbc59b473a599496a" /><Relationship Type="http://schemas.openxmlformats.org/officeDocument/2006/relationships/slide" Target="/ppt/slides/slide29.xml" Id="R12d8d53e4f264a77" /><Relationship Type="http://schemas.openxmlformats.org/officeDocument/2006/relationships/slide" Target="/ppt/slides/slide30.xml" Id="R1def8e2563ea4775" /><Relationship Type="http://schemas.openxmlformats.org/officeDocument/2006/relationships/slide" Target="/ppt/slides/slide31.xml" Id="Ra4c0616e22f84b6f" /><Relationship Type="http://schemas.openxmlformats.org/officeDocument/2006/relationships/slide" Target="/ppt/slides/slide32.xml" Id="R82af4790e1ce4b14" /><Relationship Type="http://schemas.openxmlformats.org/officeDocument/2006/relationships/slide" Target="/ppt/slides/slide33.xml" Id="Rd073281dbb7c4b96" /><Relationship Type="http://schemas.openxmlformats.org/officeDocument/2006/relationships/slide" Target="/ppt/slides/slide34.xml" Id="R2fb562694c924e97" /><Relationship Type="http://schemas.openxmlformats.org/officeDocument/2006/relationships/slide" Target="/ppt/slides/slide35.xml" Id="R9151f68df88e4598" /><Relationship Type="http://schemas.openxmlformats.org/officeDocument/2006/relationships/slide" Target="/ppt/slides/slide36.xml" Id="R0e49f2b4a11e450a" /><Relationship Type="http://schemas.openxmlformats.org/officeDocument/2006/relationships/slide" Target="/ppt/slides/slide37.xml" Id="Rdd38bec8922c412c" /><Relationship Type="http://schemas.openxmlformats.org/officeDocument/2006/relationships/slide" Target="/ppt/slides/slide38.xml" Id="R82db463459d04b24" /><Relationship Type="http://schemas.openxmlformats.org/officeDocument/2006/relationships/slide" Target="/ppt/slides/slide39.xml" Id="Rf3709d90ddd0415f" /><Relationship Type="http://schemas.openxmlformats.org/officeDocument/2006/relationships/slide" Target="/ppt/slides/slide40.xml" Id="R7634d879147141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f98ff468b340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iragino Sans"/>
        <a:ea typeface=""/>
        <a:cs typeface=""/>
      </a:majorFont>
      <a:minorFont>
        <a:latin typeface="Hiragino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704568fa354e77" /><Relationship Type="http://schemas.openxmlformats.org/officeDocument/2006/relationships/notesMaster" Target="/ppt/notesMasters/notesMaster1.xml" Id="R326a0c297c8640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e59e967a554862" /><Relationship Type="http://schemas.openxmlformats.org/officeDocument/2006/relationships/notesMaster" Target="/ppt/notesMasters/notesMaster1.xml" Id="Rfc19f34ff4414f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8618bc35b14f54" /><Relationship Type="http://schemas.openxmlformats.org/officeDocument/2006/relationships/notesMaster" Target="/ppt/notesMasters/notesMaster1.xml" Id="R17ab1d4575e949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8926faa68f4fc0" /><Relationship Type="http://schemas.openxmlformats.org/officeDocument/2006/relationships/notesMaster" Target="/ppt/notesMasters/notesMaster1.xml" Id="Ra6c85a7a45ec4d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18b5f200ae4869" /><Relationship Type="http://schemas.openxmlformats.org/officeDocument/2006/relationships/notesMaster" Target="/ppt/notesMasters/notesMaster1.xml" Id="R2f021be98e2045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e5ba475df84bd7" /><Relationship Type="http://schemas.openxmlformats.org/officeDocument/2006/relationships/notesMaster" Target="/ppt/notesMasters/notesMaster1.xml" Id="Rde907e9ca02544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e287fa2ba248e8" /><Relationship Type="http://schemas.openxmlformats.org/officeDocument/2006/relationships/notesMaster" Target="/ppt/notesMasters/notesMaster1.xml" Id="R9f185f4afb754a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3176decc064ed9" /><Relationship Type="http://schemas.openxmlformats.org/officeDocument/2006/relationships/notesMaster" Target="/ppt/notesMasters/notesMaster1.xml" Id="Re475b51a1088408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9b5d06c5514a50" /><Relationship Type="http://schemas.openxmlformats.org/officeDocument/2006/relationships/notesMaster" Target="/ppt/notesMasters/notesMaster1.xml" Id="R2ea065b934784d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9e1c32e5ec4375" /><Relationship Type="http://schemas.openxmlformats.org/officeDocument/2006/relationships/notesMaster" Target="/ppt/notesMasters/notesMaster1.xml" Id="R399fc02512074f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0b0499ac6a246af" /><Relationship Type="http://schemas.openxmlformats.org/officeDocument/2006/relationships/notesMaster" Target="/ppt/notesMasters/notesMaster1.xml" Id="R40ccb6cd80ab461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b7de8fde81a4731" /><Relationship Type="http://schemas.openxmlformats.org/officeDocument/2006/relationships/notesMaster" Target="/ppt/notesMasters/notesMaster1.xml" Id="R61ecd1586bd24a3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4a1a55d759e4c7b" /><Relationship Type="http://schemas.openxmlformats.org/officeDocument/2006/relationships/notesMaster" Target="/ppt/notesMasters/notesMaster1.xml" Id="Rab61642b751f464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a90b891a1784538" /><Relationship Type="http://schemas.openxmlformats.org/officeDocument/2006/relationships/notesMaster" Target="/ppt/notesMasters/notesMaster1.xml" Id="R5ff6243f4e8b4f9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9d4dbe4f513437d" /><Relationship Type="http://schemas.openxmlformats.org/officeDocument/2006/relationships/notesMaster" Target="/ppt/notesMasters/notesMaster1.xml" Id="R4899a0767266410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d81b02334bd4aed" /><Relationship Type="http://schemas.openxmlformats.org/officeDocument/2006/relationships/notesMaster" Target="/ppt/notesMasters/notesMaster1.xml" Id="R98e5fd55efd142c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db89a46db08440b" /><Relationship Type="http://schemas.openxmlformats.org/officeDocument/2006/relationships/notesMaster" Target="/ppt/notesMasters/notesMaster1.xml" Id="R9f5d67cc542a415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9784501386d4c44" /><Relationship Type="http://schemas.openxmlformats.org/officeDocument/2006/relationships/notesMaster" Target="/ppt/notesMasters/notesMaster1.xml" Id="R2a5de761cbb9434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e8c9e52e8584cb2" /><Relationship Type="http://schemas.openxmlformats.org/officeDocument/2006/relationships/notesMaster" Target="/ppt/notesMasters/notesMaster1.xml" Id="Rb6b54ef3ba424fa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b8b80e2c7ea4109" /><Relationship Type="http://schemas.openxmlformats.org/officeDocument/2006/relationships/notesMaster" Target="/ppt/notesMasters/notesMaster1.xml" Id="Ra65e8707c0cd40f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0843c336f1e46e2" /><Relationship Type="http://schemas.openxmlformats.org/officeDocument/2006/relationships/notesMaster" Target="/ppt/notesMasters/notesMaster1.xml" Id="R2a10f07df02945c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bc41f9501594098" /><Relationship Type="http://schemas.openxmlformats.org/officeDocument/2006/relationships/notesMaster" Target="/ppt/notesMasters/notesMaster1.xml" Id="Rbf470c66252745a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9d17e7f90dd4bbe" /><Relationship Type="http://schemas.openxmlformats.org/officeDocument/2006/relationships/notesMaster" Target="/ppt/notesMasters/notesMaster1.xml" Id="Rfb31da154ab043f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d2e1b7b81e0423d" /><Relationship Type="http://schemas.openxmlformats.org/officeDocument/2006/relationships/notesMaster" Target="/ppt/notesMasters/notesMaster1.xml" Id="R8b2d6221c8494f5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8c511457da34885" /><Relationship Type="http://schemas.openxmlformats.org/officeDocument/2006/relationships/notesMaster" Target="/ppt/notesMasters/notesMaster1.xml" Id="R4cb082fccd024ca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026335e2ff54111" /><Relationship Type="http://schemas.openxmlformats.org/officeDocument/2006/relationships/notesMaster" Target="/ppt/notesMasters/notesMaster1.xml" Id="Rda27c42a7fd945a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f88ed9904124bbe" /><Relationship Type="http://schemas.openxmlformats.org/officeDocument/2006/relationships/notesMaster" Target="/ppt/notesMasters/notesMaster1.xml" Id="R306ccf3e9ba6462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deacf28edc94b49" /><Relationship Type="http://schemas.openxmlformats.org/officeDocument/2006/relationships/notesMaster" Target="/ppt/notesMasters/notesMaster1.xml" Id="R7b5dbaa4569b45e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8d44cb341f345c2" /><Relationship Type="http://schemas.openxmlformats.org/officeDocument/2006/relationships/notesMaster" Target="/ppt/notesMasters/notesMaster1.xml" Id="R4f4d00962ac54d2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5d08f6456ad4b4c" /><Relationship Type="http://schemas.openxmlformats.org/officeDocument/2006/relationships/notesMaster" Target="/ppt/notesMasters/notesMaster1.xml" Id="R4a0995fa5164495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969491ec10d4585" /><Relationship Type="http://schemas.openxmlformats.org/officeDocument/2006/relationships/notesMaster" Target="/ppt/notesMasters/notesMaster1.xml" Id="Ra620e060a7e841e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f8ef05575e44829" /><Relationship Type="http://schemas.openxmlformats.org/officeDocument/2006/relationships/notesMaster" Target="/ppt/notesMasters/notesMaster1.xml" Id="R21d8827e57bc455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a10bc41781548f6" /><Relationship Type="http://schemas.openxmlformats.org/officeDocument/2006/relationships/notesMaster" Target="/ppt/notesMasters/notesMaster1.xml" Id="R4b0c1d4a22da45c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e4a36bf95fd41de" /><Relationship Type="http://schemas.openxmlformats.org/officeDocument/2006/relationships/notesMaster" Target="/ppt/notesMasters/notesMaster1.xml" Id="R2786dc1884b14f1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c2d57fbf1de46dc" /><Relationship Type="http://schemas.openxmlformats.org/officeDocument/2006/relationships/notesMaster" Target="/ppt/notesMasters/notesMaster1.xml" Id="R51d0ff1843f6463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b0f7470d83e4c63" /><Relationship Type="http://schemas.openxmlformats.org/officeDocument/2006/relationships/notesMaster" Target="/ppt/notesMasters/notesMaster1.xml" Id="Rb06f13486b5c498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b7279f27ab641ce" /><Relationship Type="http://schemas.openxmlformats.org/officeDocument/2006/relationships/notesMaster" Target="/ppt/notesMasters/notesMaster1.xml" Id="R2b464e40e73e427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7c3dcb907a2400f" /><Relationship Type="http://schemas.openxmlformats.org/officeDocument/2006/relationships/notesMaster" Target="/ppt/notesMasters/notesMaster1.xml" Id="R234cc1decde3485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80a2a9aa2c545dd" /><Relationship Type="http://schemas.openxmlformats.org/officeDocument/2006/relationships/notesMaster" Target="/ppt/notesMasters/notesMaster1.xml" Id="R3497d4a9a27d424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995927cf6844121" /><Relationship Type="http://schemas.openxmlformats.org/officeDocument/2006/relationships/notesMaster" Target="/ppt/notesMasters/notesMaster1.xml" Id="Rc462e23c930e4a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台本の第1段落。左側の文章を読み上げてください。改行は読みやすさのための区切りです。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台本の第1段落。左側の文章を読み上げてください。改行は読みやすさのための区切りです。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台本の第2段落。左側の文章を読み上げてください。改行は読みやすさのための区切りです。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台本の第2段落。左側の文章を読み上げてください。改行は読みやすさのための区切りです。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台本の第3段落。左側の文章を読み上げてください。改行は読みやすさのための区切りです。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台本の第3段落。左側の文章を読み上げてください。改行は読みやすさのための区切りです。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台本の第4段落。左側の文章を読み上げてください。改行は読みやすさのための区切りです。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台本の第5段落。左側の文章を読み上げてください。改行は読みやすさのための区切りです。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台本の第5段落。左側の文章を読み上げてください。改行は読みやすさのための区切りです。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台本の第6段落。左側の文章を読み上げてください。改行は読みやすさのための区切りです。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台本の第6段落。左側の文章を読み上げてください。改行は読みやすさのための区切りです。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台本の第7段落。左側の文章を読み上げてください。改行は読みやすさのための区切りです。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台本の第7段落。左側の文章を読み上げてください。改行は読みやすさのための区切りです。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台本の第8段落。左側の文章を読み上げてください。改行は読みやすさのための区切りです。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台本の第9段落。左側の文章を読み上げてください。改行は読みやすさのための区切りです。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台本の第9段落。左側の文章を読み上げてください。改行は読みやすさのための区切りです。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台本の第10段落。左側の文章を読み上げてください。改行は読みやすさのための区切りです。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台本の第10段落。左側の文章を読み上げてください。改行は読みやすさのための区切りです。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台本の第11段落。左側の文章を読み上げてください。改行は読みやすさのための区切りです。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台本の第11段落。左側の文章を読み上げてください。改行は読みやすさのための区切りです。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台本の第11段落。左側の文章を読み上げてください。改行は読みやすさのための区切りです。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台本の第12段落。左側の文章を読み上げてください。改行は読みやすさのための区切りです。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台本の第13段落。左側の文章を読み上げてください。改行は読みやすさのための区切りです。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台本の第13段落。左側の文章を読み上げてください。改行は読みやすさのための区切りです。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台本の第14段落。左側の文章を読み上げてください。改行は読みやすさのための区切りです。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台本の第14段落。左側の文章を読み上げてください。改行は読みやすさのための区切りです。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台本の第15段落。左側の文章を読み上げてください。改行は読みやすさのための区切りです。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台本の第15段落。左側の文章を読み上げてください。改行は読みやすさのための区切りです。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台本の第16段落。左側の文章を読み上げてください。改行は読みやすさのための区切りです。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台本の第16段落。左側の文章を読み上げてください。改行は読みやすさのための区切りです。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台本の第17段落。左側の文章を読み上げてください。改行は読みやすさのための区切りです。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台本の第17段落。左側の文章を読み上げてください。改行は読みやすさのための区切りです。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台本の第18段落。左側の文章を読み上げてください。改行は読みやすさのための区切りです。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台本の第18段落。左側の文章を読み上げてください。改行は読みやすさのための区切りです。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台本の第19段落。左側の文章を読み上げてください。改行は読みやすさのための区切りです。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台本の第19段落。左側の文章を読み上げてください。改行は読みやすさのための区切りです。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台本の第20段落。左側の文章を読み上げてください。改行は読みやすさのための区切りです。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台本の第20段落。左側の文章を読み上げてください。改行は読みやすさのための区切りです。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台本の第21段落。左側の文章を読み上げてください。改行は読みやすさのための区切りです。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台本の第21段落。左側の文章を読み上げてください。改行は読みやすさのための区切りです。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705aac7861462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25bf8ed000487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3eaea6fd2f47e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03f95ccef4483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057b40730345d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866475b0bd45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096050-5472-41F3-8138-3B9F923213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FD9C0FF-A833-4A8B-9884-C003A2A6040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3B633C6-9882-4762-99CD-FC6B2D3DF1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E6607C-A97E-4112-A7EC-2722E6F6C4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CF670DA-B3BC-457D-A092-2FE32F61C4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0E344AE-2528-447E-8030-535687C27A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0EA03EE-A9EC-4433-AB4A-2284967B2B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B16177C-2F5C-4272-8699-D6736D1C7BB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018042-2CBF-4268-81FD-B3CB320A6E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B96B5B7-D0AE-4599-B342-06237371A0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1f4824326548b4" /><Relationship Type="http://schemas.openxmlformats.org/officeDocument/2006/relationships/slideLayout" Target="/ppt/slideLayouts/slideLayout1.xml" Id="R8173080790534818" /><Relationship Type="http://schemas.openxmlformats.org/officeDocument/2006/relationships/slideLayout" Target="/ppt/slideLayouts/slideLayout2.xml" Id="Rb46e2f4d4eed4332" /><Relationship Type="http://schemas.openxmlformats.org/officeDocument/2006/relationships/slideLayout" Target="/ppt/slideLayouts/slideLayout3.xml" Id="R7364fc6cbf9244e0" /><Relationship Type="http://schemas.openxmlformats.org/officeDocument/2006/relationships/slideLayout" Target="/ppt/slideLayouts/slideLayout4.xml" Id="R3e9f82271a9a41b2" /><Relationship Type="http://schemas.openxmlformats.org/officeDocument/2006/relationships/slideLayout" Target="/ppt/slideLayouts/slideLayout5.xml" Id="Rf8f9eb41c9904727" /><Relationship Type="http://schemas.openxmlformats.org/officeDocument/2006/relationships/slideLayout" Target="/ppt/slideLayouts/slideLayout6.xml" Id="R81dcbc828d644e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73080790534818"/>
    <p:sldLayoutId xmlns:r="http://schemas.openxmlformats.org/officeDocument/2006/relationships" id="2147483650" r:id="Rb46e2f4d4eed4332"/>
    <p:sldLayoutId xmlns:r="http://schemas.openxmlformats.org/officeDocument/2006/relationships" id="2147483651" r:id="R7364fc6cbf9244e0"/>
    <p:sldLayoutId xmlns:r="http://schemas.openxmlformats.org/officeDocument/2006/relationships" id="2147483652" r:id="R3e9f82271a9a41b2"/>
    <p:sldLayoutId xmlns:r="http://schemas.openxmlformats.org/officeDocument/2006/relationships" id="2147483653" r:id="Rf8f9eb41c9904727"/>
    <p:sldLayoutId xmlns:r="http://schemas.openxmlformats.org/officeDocument/2006/relationships" id="2147483654" r:id="R81dcbc828d644e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iragino Sans"/>
        <a:ea typeface=""/>
        <a:cs typeface=""/>
      </a:majorFont>
      <a:minorFont>
        <a:latin typeface="Hiragino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5ae92cd778458b" /><Relationship Type="http://schemas.openxmlformats.org/officeDocument/2006/relationships/image" Target="/ppt/media/image.jpeg" Id="R8683c86cd19b4c32" /><Relationship Type="http://schemas.openxmlformats.org/officeDocument/2006/relationships/notesSlide" Target="/ppt/notesSlides/notesSlide1.xml" Id="R35da13fd1a194d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481c6ef8f840dc" /><Relationship Type="http://schemas.openxmlformats.org/officeDocument/2006/relationships/image" Target="/ppt/media/image2.jpeg" Id="R5ae4eb3353774844" /><Relationship Type="http://schemas.openxmlformats.org/officeDocument/2006/relationships/notesSlide" Target="/ppt/notesSlides/notesSlide2.xml" Id="Rc8947a38dce94b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f69e51337b4839" /><Relationship Type="http://schemas.openxmlformats.org/officeDocument/2006/relationships/image" Target="/ppt/media/image3.jpeg" Id="R7d952da8c1a941a7" /><Relationship Type="http://schemas.openxmlformats.org/officeDocument/2006/relationships/notesSlide" Target="/ppt/notesSlides/notesSlide3.xml" Id="R6ecb9d746fb446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162bdd59f14dcb" /><Relationship Type="http://schemas.openxmlformats.org/officeDocument/2006/relationships/image" Target="/ppt/media/image4.jpeg" Id="R77a71ec05a594337" /><Relationship Type="http://schemas.openxmlformats.org/officeDocument/2006/relationships/notesSlide" Target="/ppt/notesSlides/notesSlide4.xml" Id="R1ca6197f387844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d6a5cf2ef84e1b" /><Relationship Type="http://schemas.openxmlformats.org/officeDocument/2006/relationships/image" Target="/ppt/media/image5.jpeg" Id="R0434e0dc077142d4" /><Relationship Type="http://schemas.openxmlformats.org/officeDocument/2006/relationships/notesSlide" Target="/ppt/notesSlides/notesSlide5.xml" Id="R8a5d4ee8aa1d48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1625406ef4487a" /><Relationship Type="http://schemas.openxmlformats.org/officeDocument/2006/relationships/image" Target="/ppt/media/image6.jpeg" Id="Rdb312fbdac8c486a" /><Relationship Type="http://schemas.openxmlformats.org/officeDocument/2006/relationships/notesSlide" Target="/ppt/notesSlides/notesSlide6.xml" Id="Ra583b3a08e0348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fec7e7f51f4cfc" /><Relationship Type="http://schemas.openxmlformats.org/officeDocument/2006/relationships/image" Target="/ppt/media/image7.jpeg" Id="Rc430d13a432d46e6" /><Relationship Type="http://schemas.openxmlformats.org/officeDocument/2006/relationships/notesSlide" Target="/ppt/notesSlides/notesSlide7.xml" Id="Rdf6fd7dd33ba4e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e18f3be46449cc" /><Relationship Type="http://schemas.openxmlformats.org/officeDocument/2006/relationships/image" Target="/ppt/media/image8.jpeg" Id="Rf0ddbe17771749f9" /><Relationship Type="http://schemas.openxmlformats.org/officeDocument/2006/relationships/notesSlide" Target="/ppt/notesSlides/notesSlide8.xml" Id="R29c329f8041147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ea352c41294e00" /><Relationship Type="http://schemas.openxmlformats.org/officeDocument/2006/relationships/image" Target="/ppt/media/image9.jpeg" Id="R5a782aea5a8246d7" /><Relationship Type="http://schemas.openxmlformats.org/officeDocument/2006/relationships/notesSlide" Target="/ppt/notesSlides/notesSlide9.xml" Id="R0e22383e6c3f4ba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9cfdabb843444b" /><Relationship Type="http://schemas.openxmlformats.org/officeDocument/2006/relationships/image" Target="/ppt/media/image10.jpeg" Id="Rabc08b7f330a4dc6" /><Relationship Type="http://schemas.openxmlformats.org/officeDocument/2006/relationships/notesSlide" Target="/ppt/notesSlides/notesSlide10.xml" Id="R625265d482894e2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e3376eaaa14df1" /><Relationship Type="http://schemas.openxmlformats.org/officeDocument/2006/relationships/image" Target="/ppt/media/image11.jpeg" Id="R362e208bf77b41ed" /><Relationship Type="http://schemas.openxmlformats.org/officeDocument/2006/relationships/notesSlide" Target="/ppt/notesSlides/notesSlide11.xml" Id="R7b3ef08c3c9e4ba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fe36f2487f4114" /><Relationship Type="http://schemas.openxmlformats.org/officeDocument/2006/relationships/image" Target="/ppt/media/image12.jpeg" Id="Rb9fadae27fe842b1" /><Relationship Type="http://schemas.openxmlformats.org/officeDocument/2006/relationships/notesSlide" Target="/ppt/notesSlides/notesSlide12.xml" Id="R985bd438116d4d2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ae4ced3e9841e4" /><Relationship Type="http://schemas.openxmlformats.org/officeDocument/2006/relationships/image" Target="/ppt/media/image13.jpeg" Id="R3c96566226724f4f" /><Relationship Type="http://schemas.openxmlformats.org/officeDocument/2006/relationships/notesSlide" Target="/ppt/notesSlides/notesSlide13.xml" Id="R527554f3bb724dc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adad807db24132" /><Relationship Type="http://schemas.openxmlformats.org/officeDocument/2006/relationships/image" Target="/ppt/media/image14.jpeg" Id="R2d34abf998e7462f" /><Relationship Type="http://schemas.openxmlformats.org/officeDocument/2006/relationships/notesSlide" Target="/ppt/notesSlides/notesSlide14.xml" Id="R70af08cbdcf04ae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4cd428f27d45fe" /><Relationship Type="http://schemas.openxmlformats.org/officeDocument/2006/relationships/image" Target="/ppt/media/image15.jpeg" Id="Red6c60133baa4341" /><Relationship Type="http://schemas.openxmlformats.org/officeDocument/2006/relationships/notesSlide" Target="/ppt/notesSlides/notesSlide15.xml" Id="R9fa6fec311f2494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eee9862211406f" /><Relationship Type="http://schemas.openxmlformats.org/officeDocument/2006/relationships/image" Target="/ppt/media/image16.jpeg" Id="R4564e0aa761f4a73" /><Relationship Type="http://schemas.openxmlformats.org/officeDocument/2006/relationships/notesSlide" Target="/ppt/notesSlides/notesSlide16.xml" Id="R61b663eb9aa748a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2120729c6b4797" /><Relationship Type="http://schemas.openxmlformats.org/officeDocument/2006/relationships/image" Target="/ppt/media/image17.jpeg" Id="R09b57839f81b48ed" /><Relationship Type="http://schemas.openxmlformats.org/officeDocument/2006/relationships/notesSlide" Target="/ppt/notesSlides/notesSlide17.xml" Id="Rf1282079a2e742d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96cb854d7844af" /><Relationship Type="http://schemas.openxmlformats.org/officeDocument/2006/relationships/image" Target="/ppt/media/image18.jpeg" Id="Rc38d552ecfe44efe" /><Relationship Type="http://schemas.openxmlformats.org/officeDocument/2006/relationships/notesSlide" Target="/ppt/notesSlides/notesSlide18.xml" Id="R604056cc27d84c3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42443268fa477c" /><Relationship Type="http://schemas.openxmlformats.org/officeDocument/2006/relationships/image" Target="/ppt/media/image19.jpeg" Id="R4fe28cdca4ae467e" /><Relationship Type="http://schemas.openxmlformats.org/officeDocument/2006/relationships/notesSlide" Target="/ppt/notesSlides/notesSlide19.xml" Id="Rbeaa7f5ad7ca440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21417c432c4065" /><Relationship Type="http://schemas.openxmlformats.org/officeDocument/2006/relationships/image" Target="/ppt/media/image20.jpeg" Id="R267ae1f854a44e39" /><Relationship Type="http://schemas.openxmlformats.org/officeDocument/2006/relationships/notesSlide" Target="/ppt/notesSlides/notesSlide20.xml" Id="Rb50303a41ef542b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594dc6a1644e9b" /><Relationship Type="http://schemas.openxmlformats.org/officeDocument/2006/relationships/image" Target="/ppt/media/image21.jpeg" Id="R3273e970f0f9404f" /><Relationship Type="http://schemas.openxmlformats.org/officeDocument/2006/relationships/notesSlide" Target="/ppt/notesSlides/notesSlide21.xml" Id="Ra0d0dfe7f41a4dc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a497b7c30b4d09" /><Relationship Type="http://schemas.openxmlformats.org/officeDocument/2006/relationships/image" Target="/ppt/media/image22.jpeg" Id="R6c8be00d717e4c94" /><Relationship Type="http://schemas.openxmlformats.org/officeDocument/2006/relationships/notesSlide" Target="/ppt/notesSlides/notesSlide22.xml" Id="R6114f9ca25f9433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c75d9cc3c74adf" /><Relationship Type="http://schemas.openxmlformats.org/officeDocument/2006/relationships/image" Target="/ppt/media/image23.jpeg" Id="Rc2f7c851a1a14df9" /><Relationship Type="http://schemas.openxmlformats.org/officeDocument/2006/relationships/notesSlide" Target="/ppt/notesSlides/notesSlide23.xml" Id="Rfc0d9dc7e432401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2bc8dcc3984888" /><Relationship Type="http://schemas.openxmlformats.org/officeDocument/2006/relationships/image" Target="/ppt/media/image24.jpeg" Id="R00ce23fba0ec4ff7" /><Relationship Type="http://schemas.openxmlformats.org/officeDocument/2006/relationships/notesSlide" Target="/ppt/notesSlides/notesSlide24.xml" Id="R6a6a89f32d684ef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214bfb98314d5c" /><Relationship Type="http://schemas.openxmlformats.org/officeDocument/2006/relationships/image" Target="/ppt/media/image25.jpeg" Id="R7ea202ed76374c5b" /><Relationship Type="http://schemas.openxmlformats.org/officeDocument/2006/relationships/notesSlide" Target="/ppt/notesSlides/notesSlide25.xml" Id="Ra259d3026191436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90be0a9111470b" /><Relationship Type="http://schemas.openxmlformats.org/officeDocument/2006/relationships/image" Target="/ppt/media/image26.jpeg" Id="R6857e3c001294987" /><Relationship Type="http://schemas.openxmlformats.org/officeDocument/2006/relationships/notesSlide" Target="/ppt/notesSlides/notesSlide26.xml" Id="Rd3a1a1f008be474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b9f0d844a14dee" /><Relationship Type="http://schemas.openxmlformats.org/officeDocument/2006/relationships/image" Target="/ppt/media/image27.jpeg" Id="R7291dd71fd3c492c" /><Relationship Type="http://schemas.openxmlformats.org/officeDocument/2006/relationships/notesSlide" Target="/ppt/notesSlides/notesSlide27.xml" Id="Rc7d15a6206eb42f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e44ba2432941a3" /><Relationship Type="http://schemas.openxmlformats.org/officeDocument/2006/relationships/image" Target="/ppt/media/image28.jpeg" Id="R885612be603446e9" /><Relationship Type="http://schemas.openxmlformats.org/officeDocument/2006/relationships/notesSlide" Target="/ppt/notesSlides/notesSlide28.xml" Id="R2b7ad4c7b84f4b5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77b813451342f0" /><Relationship Type="http://schemas.openxmlformats.org/officeDocument/2006/relationships/image" Target="/ppt/media/image29.jpeg" Id="Re8cdd43ad5da4474" /><Relationship Type="http://schemas.openxmlformats.org/officeDocument/2006/relationships/notesSlide" Target="/ppt/notesSlides/notesSlide29.xml" Id="R3a20373fe5b04a0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bd038d8b0a4e51" /><Relationship Type="http://schemas.openxmlformats.org/officeDocument/2006/relationships/image" Target="/ppt/media/image30.jpeg" Id="R9daef00e71ac4901" /><Relationship Type="http://schemas.openxmlformats.org/officeDocument/2006/relationships/notesSlide" Target="/ppt/notesSlides/notesSlide30.xml" Id="R76201f9705b8465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b6eaae468a4ee0" /><Relationship Type="http://schemas.openxmlformats.org/officeDocument/2006/relationships/image" Target="/ppt/media/image31.jpeg" Id="R5613d6d6e73344df" /><Relationship Type="http://schemas.openxmlformats.org/officeDocument/2006/relationships/notesSlide" Target="/ppt/notesSlides/notesSlide31.xml" Id="Rb2096c5f012c4d7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ca47d1619b469a" /><Relationship Type="http://schemas.openxmlformats.org/officeDocument/2006/relationships/image" Target="/ppt/media/image32.jpeg" Id="R0ad7acbdf79c4dde" /><Relationship Type="http://schemas.openxmlformats.org/officeDocument/2006/relationships/notesSlide" Target="/ppt/notesSlides/notesSlide32.xml" Id="R0c2c8a71b6bb43b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b742cd150e4d53" /><Relationship Type="http://schemas.openxmlformats.org/officeDocument/2006/relationships/image" Target="/ppt/media/image33.jpeg" Id="R140b19d66c79404b" /><Relationship Type="http://schemas.openxmlformats.org/officeDocument/2006/relationships/notesSlide" Target="/ppt/notesSlides/notesSlide33.xml" Id="R00ca8271e23f4d5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eb24ca46714b23" /><Relationship Type="http://schemas.openxmlformats.org/officeDocument/2006/relationships/image" Target="/ppt/media/image34.jpeg" Id="Rbd526b5cfaca4f2b" /><Relationship Type="http://schemas.openxmlformats.org/officeDocument/2006/relationships/notesSlide" Target="/ppt/notesSlides/notesSlide34.xml" Id="Re2ef62b457f84f2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d256539143403d" /><Relationship Type="http://schemas.openxmlformats.org/officeDocument/2006/relationships/image" Target="/ppt/media/image35.jpeg" Id="R55882b1651434c19" /><Relationship Type="http://schemas.openxmlformats.org/officeDocument/2006/relationships/notesSlide" Target="/ppt/notesSlides/notesSlide35.xml" Id="Re61e377414a445a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630815bd374c73" /><Relationship Type="http://schemas.openxmlformats.org/officeDocument/2006/relationships/image" Target="/ppt/media/image36.jpeg" Id="R56690dc0aaf549ee" /><Relationship Type="http://schemas.openxmlformats.org/officeDocument/2006/relationships/notesSlide" Target="/ppt/notesSlides/notesSlide36.xml" Id="R1d362ee00f0e4ea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a78701441047f2" /><Relationship Type="http://schemas.openxmlformats.org/officeDocument/2006/relationships/image" Target="/ppt/media/image37.jpeg" Id="Rc4a1429ecd504065" /><Relationship Type="http://schemas.openxmlformats.org/officeDocument/2006/relationships/notesSlide" Target="/ppt/notesSlides/notesSlide37.xml" Id="R28ca5967c6f4406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107dfbd59e4be7" /><Relationship Type="http://schemas.openxmlformats.org/officeDocument/2006/relationships/image" Target="/ppt/media/image38.jpeg" Id="Rf37baa98f5124618" /><Relationship Type="http://schemas.openxmlformats.org/officeDocument/2006/relationships/notesSlide" Target="/ppt/notesSlides/notesSlide38.xml" Id="R9ebe5c82b6dc4a0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11e344e0844579" /><Relationship Type="http://schemas.openxmlformats.org/officeDocument/2006/relationships/image" Target="/ppt/media/image39.jpeg" Id="Rc7ff3bf2e53940b3" /><Relationship Type="http://schemas.openxmlformats.org/officeDocument/2006/relationships/notesSlide" Target="/ppt/notesSlides/notesSlide39.xml" Id="R47e4924f29f0404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f54a5562664b44" /><Relationship Type="http://schemas.openxmlformats.org/officeDocument/2006/relationships/image" Target="/ppt/media/image40.jpeg" Id="R5bcbabf11d424b90" /><Relationship Type="http://schemas.openxmlformats.org/officeDocument/2006/relationships/notesSlide" Target="/ppt/notesSlides/notesSlide40.xml" Id="R55cc44d9cfad46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187F2C-80AB-4E02-9C60-4423EDEE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6C3026-2786-4C8A-9241-FE6E99BD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りょこちゃん｜読み上げ用YouTube台本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506F1-56E9-4072-8973-64B8968E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46E965-1157-443A-9D22-2EA2E956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物の住所がない毎日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5D7086-50D9-4DBF-A88E-D09FAC0F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0817B-0D14-418B-A943-173A1E37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小さな子ども二人を見ながら、家事を回す。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使う物は次々に変わるのに、物の置き場所は決まっていない。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C55B8E-F0FC-43FF-AD1C-1BDF23508A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83c86cd19b4c32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084B59-F87B-45B5-BB3A-03ACB45D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4EE323-3F41-4B67-8F94-CC2D20E6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01 / 40</a:t>
            </a:r>
          </a:p>
        </p:txBody>
      </p:sp>
    </p:spTree>
    <p:extLst>
      <p:ext uri="{BB962C8B-B14F-4D97-AF65-F5344CB8AC3E}">
        <p14:creationId xmlns:p14="http://schemas.microsoft.com/office/powerpoint/2010/main" val="13627210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C592CB-EA53-47B8-8455-B1169506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262EA-C8C2-4840-8FBC-F3F1CE46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りょこちゃん｜読み上げ用YouTube台本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E4AC62-CAFC-42A7-B31A-5C3EA315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2E2C9-214D-4671-B76F-CFD0918B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物の住所がない毎日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315DD-B88A-4A73-B13A-71FF771F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F9FBB0-CA44-41B2-807A-27601504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部屋のあちこちに物があり、次に何をするか考えるだけでも苦しくなる。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そんな時期を過ごした方がいました。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7308CF-0E48-4853-BC58-BDAFD3AC87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e4eb3353774844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B07021-DEA6-471F-B9E9-ED886086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754ED3-944E-4D5B-AAB3-C6FC995C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02 / 40</a:t>
            </a:r>
          </a:p>
        </p:txBody>
      </p:sp>
    </p:spTree>
    <p:extLst>
      <p:ext uri="{BB962C8B-B14F-4D97-AF65-F5344CB8AC3E}">
        <p14:creationId xmlns:p14="http://schemas.microsoft.com/office/powerpoint/2010/main" val="13823350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1A99DF-4645-4F0B-B29E-5B0A3DAA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AA8F6-8086-4C16-A00F-8CB62912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りょこちゃん｜読み上げ用YouTube台本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1D405C-8C3C-43B9-8385-85710F8E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8B406B-3B50-43EF-8888-2BC8876A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「夫のせい」と思っていた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B08B41-DFE7-4F81-B909-514A219E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17219F-651F-4EED-A80A-AD12CE2F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この方は、当時「うまくいかないのは夫のせい」と思っていたそうです。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夫婦の言葉も態度も険しくなり、別々に暮らす時期がありました。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CC7514-247A-4EFF-8F36-2557D5E384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952da8c1a941a7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E6DF18-6D75-4148-AD00-4148C0CA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0A6635-99A8-4597-9F05-D4439D11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03 / 40</a:t>
            </a:r>
          </a:p>
        </p:txBody>
      </p:sp>
    </p:spTree>
    <p:extLst>
      <p:ext uri="{BB962C8B-B14F-4D97-AF65-F5344CB8AC3E}">
        <p14:creationId xmlns:p14="http://schemas.microsoft.com/office/powerpoint/2010/main" val="5188744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37BF23-37F0-41F9-A1CE-DA611649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C21AB3-11D6-44E6-987F-18977673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りょこちゃん｜読み上げ用YouTube台本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BC13A-784A-4F34-98F8-E813D3B7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BC59F-1CFD-4FAE-8F84-4A852566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「夫のせい」と思っていた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682244-05E6-4CA8-A82D-9E3CC2DA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B3D5BA-D642-42BE-B2D8-1FB68488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一方で、自分には昔から片付けられない癖があるから、変われないとも思い込んでいたんです。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C53EDB-BD46-42F4-A27A-0B2157B66D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71ec05a594337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C8E887-6DFA-4C8D-B612-C342E533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ADC030-2969-4C38-9D57-F4C69BFD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04 / 40</a:t>
            </a:r>
          </a:p>
        </p:txBody>
      </p:sp>
    </p:spTree>
    <p:extLst>
      <p:ext uri="{BB962C8B-B14F-4D97-AF65-F5344CB8AC3E}">
        <p14:creationId xmlns:p14="http://schemas.microsoft.com/office/powerpoint/2010/main" val="518744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9C7B09-2B28-4931-837D-0A170A26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E1CA27-04ED-4E60-92E2-CE3F6327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りょこちゃん｜読み上げ用YouTube台本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0E111D-447F-43D2-A756-0D6AE15F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6724F0-996E-4709-876F-FE987427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負担を一人に押しつけない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4B2DA5-52E6-45FD-9B4C-7A23048C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1274BA-0804-4F78-B70E-3F05747E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子育てや仕事の負担が大きい時に、気持ちの余裕がなくなるのは自然なことです。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その負担を一人で背負うべきだ、という話ではありません。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FAC3DD-4F3B-49AD-B812-7C6D17767C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34e0dc077142d4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7B68B-7B22-4AC8-8432-524CF556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08995B-FC22-4ABA-A637-3F69EF7A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05 / 40</a:t>
            </a:r>
          </a:p>
        </p:txBody>
      </p:sp>
    </p:spTree>
    <p:extLst>
      <p:ext uri="{BB962C8B-B14F-4D97-AF65-F5344CB8AC3E}">
        <p14:creationId xmlns:p14="http://schemas.microsoft.com/office/powerpoint/2010/main" val="3443225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BEA50D-5D46-40E5-9E61-C4532183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B0F78-19A7-4837-BDEF-0B81AFC6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りょこちゃん｜読み上げ用YouTube台本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E06BE-0F05-4D8A-A903-E30DCFA5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B08550-884D-4BAD-B183-265106E3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負担を一人に押しつけない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60B6A3-601D-41FC-896B-7BEB1B03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327AA1-3AB9-4EC5-BCA5-DFE5B1BB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今日は、この方の暮らしを手がかりに、片付けと考え方のどこを変えると前へ進めるのか、三つお話しします。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05BEA3-57C4-45B4-9307-A5484A1B7D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312fbdac8c486a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33C7B0-EC1D-41A7-A420-5EDC74E4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F97484-1858-4813-8A1D-CAD5B9C4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06 / 40</a:t>
            </a:r>
          </a:p>
        </p:txBody>
      </p:sp>
    </p:spTree>
    <p:extLst>
      <p:ext uri="{BB962C8B-B14F-4D97-AF65-F5344CB8AC3E}">
        <p14:creationId xmlns:p14="http://schemas.microsoft.com/office/powerpoint/2010/main" val="16997677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3CEBA3-DA18-434E-AA0E-81A7E3A8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BE2693-7761-4B44-BD1A-29FDF111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りょこちゃん｜読み上げ用YouTube台本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0D83DB-64F6-4421-82A8-03C511AD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B05B0A-0BE7-44FD-87EA-179C22D2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一つ目の間違い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428C26-CABE-48AF-97C0-61FA6C76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5E4DD2-8FF6-4CF7-86E9-CCD9E40B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一つ目。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物が増えるたびに置き場所を後回しにしていたことです。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5CA875-D66B-4D0D-9B3E-92915B4E02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30d13a432d46e6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41EBF-1304-45E8-96DF-21C4C618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D4B1A5-34EA-4D20-B776-E7B55F2D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07 / 40</a:t>
            </a:r>
          </a:p>
        </p:txBody>
      </p:sp>
    </p:spTree>
    <p:extLst>
      <p:ext uri="{BB962C8B-B14F-4D97-AF65-F5344CB8AC3E}">
        <p14:creationId xmlns:p14="http://schemas.microsoft.com/office/powerpoint/2010/main" val="11643882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41BA80-8071-485D-BFD7-2AD01F9D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C4E140-F414-4623-9DA9-F038F6E8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りょこちゃん｜読み上げ用YouTube台本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6E179F-AE59-460C-BCE8-AA334FFE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85DA1-B20D-4AAD-9890-3E14152D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使う物は変わる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1E414-C59C-4501-96C8-40751E3A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748013-366F-4E06-BDC6-CACE4415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子どもの成長につれて、今使う物は変わりますよね。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でも、使わなくなった物と今使う物が一緒のまま、住所も決まらなければ、必要な時に探すことになります。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99A39F-0D4B-49D1-83EB-F15DE0944D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ddbe17771749f9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A5EADB-428C-40C0-90A7-7E706A41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5081CF-195D-4263-B92B-7A17E679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08 / 40</a:t>
            </a:r>
          </a:p>
        </p:txBody>
      </p:sp>
    </p:spTree>
    <p:extLst>
      <p:ext uri="{BB962C8B-B14F-4D97-AF65-F5344CB8AC3E}">
        <p14:creationId xmlns:p14="http://schemas.microsoft.com/office/powerpoint/2010/main" val="8638978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DB8251-E445-4B81-BA03-C5014779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69C0BD-A6BE-46BC-B05A-C532DC95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りょこちゃん｜読み上げ用YouTube台本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AC860-11F9-4E99-835C-5912879F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A8481E-7628-4017-AEAF-DEDEC001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使う物は変わる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72D32C-5768-4E00-9CB8-358C9657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341C1-910E-457E-A3DD-CD16CC17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片付けても戻す先がなければ、また同じ場所に物が広がります。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F08171-CF85-440F-A58B-DD57A9FE64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782aea5a8246d7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2D7A15-1734-49D3-B5D2-97357CA2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B7FF5-7018-42F0-95FD-42828F06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09 / 40</a:t>
            </a:r>
          </a:p>
        </p:txBody>
      </p:sp>
    </p:spTree>
    <p:extLst>
      <p:ext uri="{BB962C8B-B14F-4D97-AF65-F5344CB8AC3E}">
        <p14:creationId xmlns:p14="http://schemas.microsoft.com/office/powerpoint/2010/main" val="13672745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43F2CE-32A1-4BF7-8A17-75F6925C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C986B-FEFD-444E-BE6A-A0E2AA73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りょこちゃん｜読み上げ用YouTube台本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C8BA1-A3C6-41ED-B4C4-5ABDED79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F1D76-1E15-4CC0-80F3-770D2429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物の住所を決める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D99BD1-4836-409E-B14E-6C48CD2E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81929A-0D40-4169-B02C-7381E876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だから、ただ大きな収納を買う前に、今使う物を選ぶ。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種類ごとに量を見て、使う場所に住所を決める。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AD72D-0126-46D4-94ED-7585E74830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c08b7f330a4dc6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BFB1B8-D3BF-463C-A6EA-C280DFA7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1F20D-F979-4720-AED6-069A6B3D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10 / 40</a:t>
            </a:r>
          </a:p>
        </p:txBody>
      </p:sp>
    </p:spTree>
    <p:extLst>
      <p:ext uri="{BB962C8B-B14F-4D97-AF65-F5344CB8AC3E}">
        <p14:creationId xmlns:p14="http://schemas.microsoft.com/office/powerpoint/2010/main" val="11528907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A90322-B95D-489F-B00E-90C698AC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433B6-5552-4F28-AD72-36F5E190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りょこちゃん｜読み上げ用YouTube台本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B80883-BF82-4F26-9FBC-C711CC5A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4E9C4-CAEA-4BAA-A150-3F17C5CC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物の住所を決める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53BFD-2349-475A-B7AB-8D2F01F0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BD17AD-7D8D-4BF5-A918-ADA3D061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そして使ったら戻せるか試す。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生活が動く家ほど、この順番が大事です。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6DBAF5-5B0D-4676-BB26-AA63D4BD2D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2e208bf77b41ed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016C81-8D69-42F8-84D5-EA3F3E1D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5DA900-D63C-4CC6-8C5E-62ABD17C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11 / 40</a:t>
            </a:r>
          </a:p>
        </p:txBody>
      </p:sp>
    </p:spTree>
    <p:extLst>
      <p:ext uri="{BB962C8B-B14F-4D97-AF65-F5344CB8AC3E}">
        <p14:creationId xmlns:p14="http://schemas.microsoft.com/office/powerpoint/2010/main" val="11951371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947D25-12E6-4875-B20F-60EC42D2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2C8722-3B10-4DD6-B0EB-026ED770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りょこちゃん｜読み上げ用YouTube台本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124950-618F-4052-A3AF-479E7443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18A6C-9847-4EF7-B17D-CDDD80D3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忙しい日も戻せる場所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315785-7DC7-45A1-923E-9982AEA0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3BD351-92B3-4101-9057-2F3F0228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たとえば、毎日使う育児用品は、毎日手が届く所へ。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もう使わない物は、そこから出す。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D41DD0-5357-46A6-8309-CB33ACA070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fadae27fe842b1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D9E4D3-C984-4263-9266-3A7E5B18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7F69E-79B7-41DF-9F9F-16E3F048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12 / 40</a:t>
            </a:r>
          </a:p>
        </p:txBody>
      </p:sp>
    </p:spTree>
    <p:extLst>
      <p:ext uri="{BB962C8B-B14F-4D97-AF65-F5344CB8AC3E}">
        <p14:creationId xmlns:p14="http://schemas.microsoft.com/office/powerpoint/2010/main" val="8297268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57786D-B8BC-4AEF-AAC3-C3D9042D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251CD-A21A-45C2-AF8C-78B06114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りょこちゃん｜読み上げ用YouTube台本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C97F3-9642-4DF8-A79A-60E9CD20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9484B6-6244-48DE-A3F4-A8655723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忙しい日も戻せる場所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CB2646-E219-4B51-9FD8-F2000ABA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7F41A9-0A85-4A5C-AFBB-CD03F42F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置き場所を決める時は、きれいに見えるかだけでなく、「忙しい日でも戻せるか」を考えるんです。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お母さんだけが頑張らなくても回る形を目指します。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543090-92A3-452C-B0C6-2347EA2C56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96566226724f4f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834276-6E38-4A2E-8618-7D016A8F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4F141B-A765-4D32-9CD0-41B2E717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13 / 40</a:t>
            </a:r>
          </a:p>
        </p:txBody>
      </p:sp>
    </p:spTree>
    <p:extLst>
      <p:ext uri="{BB962C8B-B14F-4D97-AF65-F5344CB8AC3E}">
        <p14:creationId xmlns:p14="http://schemas.microsoft.com/office/powerpoint/2010/main" val="723156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140350-1D4E-4264-BF0E-F88789AB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1D5F4-8B1A-4FDD-9F19-102A1BF7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りょこちゃん｜読み上げ用YouTube台本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B17940-43E2-4F7C-9C1A-70BABE6D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0619C-AE1F-4FDD-B4FA-792524A4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二つ目の間違い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C7BCFF-0459-4314-881A-783A5210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F1EBBD-8689-41DF-AA66-1C2A84AB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二つ目。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「私は片付けられない人」と決めつけていたことです。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F432AA-C3F9-43F7-97FE-CE66529F42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34abf998e7462f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829424-8CEE-423E-AF48-D10E7277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64FB98-9DEA-49FC-99E7-059E9723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14 / 40</a:t>
            </a:r>
          </a:p>
        </p:txBody>
      </p:sp>
    </p:spTree>
    <p:extLst>
      <p:ext uri="{BB962C8B-B14F-4D97-AF65-F5344CB8AC3E}">
        <p14:creationId xmlns:p14="http://schemas.microsoft.com/office/powerpoint/2010/main" val="5294731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91E8E-8465-4EA8-9B66-1E1DBC4B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E92277-3F99-40B4-8E5D-7ED636A2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りょこちゃん｜読み上げ用YouTube台本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4B134C-6783-41A0-8003-CCD15125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E5AD9E-821F-4E9C-A525-EB3082E2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「変われない」は事実？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2FD6EC-84E9-4991-B9DD-7EE0127B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CFA417-D9BC-4BE9-853B-5D5F5911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この方は、昔からの癖だから変われないと思っていました。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でも、それは性格の判決ではありません。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6655DF-EF6F-44DE-B0FF-49CB851274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6c60133baa4341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AF7C33-D7F6-443F-8FC2-056162F5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77D505-9A17-4B12-85FC-1A9B31FD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15 / 40</a:t>
            </a:r>
          </a:p>
        </p:txBody>
      </p:sp>
    </p:spTree>
    <p:extLst>
      <p:ext uri="{BB962C8B-B14F-4D97-AF65-F5344CB8AC3E}">
        <p14:creationId xmlns:p14="http://schemas.microsoft.com/office/powerpoint/2010/main" val="5596898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F1E7A7-22E0-41F7-9D4A-19E9BA58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8E8052-C96C-4E1D-9569-757EDA54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りょこちゃん｜読み上げ用YouTube台本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95E29-525C-47E5-8464-FE2B4CB9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903F82-1F2E-4657-9B74-54D05F18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「変われない」は事実？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1E8F39-DF9F-49D8-AABF-43E6F6A3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01698-5C00-4FF1-B373-4E8691AE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何を残すか迷う、戻す場所が分からない、忙しい日に元へ戻せない。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困っている行動を一つずつ見れば、変えられる部分が見えてきます。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3CD2E6-EDA0-462A-B1FF-D0D06FC30E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64e0aa761f4a73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1BB2F-8EC8-4CAD-873A-71EF7A72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F065F2-DAA4-46D2-8941-55B5565B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16 / 40</a:t>
            </a:r>
          </a:p>
        </p:txBody>
      </p:sp>
    </p:spTree>
    <p:extLst>
      <p:ext uri="{BB962C8B-B14F-4D97-AF65-F5344CB8AC3E}">
        <p14:creationId xmlns:p14="http://schemas.microsoft.com/office/powerpoint/2010/main" val="210279368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575303-473D-441B-93E5-3D667F57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D69186-9C72-49AC-9513-9F8F0ED9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りょこちゃん｜読み上げ用YouTube台本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29F77A-BE1D-4374-A4D3-392A83F9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BBB4AC-4655-468F-B315-88EBAC13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必死に捨てていた頃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5CF244-E582-4380-97A6-62C8FADE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1B8ED-54EA-4CA3-96A3-0404E726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実際、片付けを本格的に学び始める前から、まず手放しやすい物に手をつけました。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7DB85F-DE5A-448D-ABC2-48F7275AD6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b57839f81b48ed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A5E958-FA9F-4976-8AB5-A58968F5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1F97BF-0FDC-4208-81A6-088AA69A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17 / 40</a:t>
            </a:r>
          </a:p>
        </p:txBody>
      </p:sp>
    </p:spTree>
    <p:extLst>
      <p:ext uri="{BB962C8B-B14F-4D97-AF65-F5344CB8AC3E}">
        <p14:creationId xmlns:p14="http://schemas.microsoft.com/office/powerpoint/2010/main" val="177317866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9E1762-511E-4C5E-8A75-2C97FDB7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9514A7-1FD4-405A-9DB2-0D85E107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りょこちゃん｜読み上げ用YouTube台本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D3B4D-2822-477B-8600-CAFDACFC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38723C-02DE-499D-A3C2-1EF47286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必死に捨てていた頃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CA067-CBFB-470D-A3C2-A799D23F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A5368F-55B1-4D3C-9E17-F6F0D13F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7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ただ、当時の気持ちは「片付けが楽しい」より、「このままではいけない」という必死さだったと本人は振り返っています。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だから私は、捨てる勢いだけを成功の基準にしません。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5B50A-23AD-456D-80AC-9ADC99A09B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8d552ecfe44efe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735AB3-18AD-47B4-8FDE-704DD458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545D8F-3E9B-4399-8C63-34CB51A9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18 / 40</a:t>
            </a:r>
          </a:p>
        </p:txBody>
      </p:sp>
    </p:spTree>
    <p:extLst>
      <p:ext uri="{BB962C8B-B14F-4D97-AF65-F5344CB8AC3E}">
        <p14:creationId xmlns:p14="http://schemas.microsoft.com/office/powerpoint/2010/main" val="114930908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0AB6A0-5667-4C39-9538-94B7BAC3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F7D91-DE75-42E0-A003-6808BDC7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りょこちゃん｜読み上げ用YouTube台本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A1FE0-07CD-480D-86F1-6D101A5D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77B4A-449D-4D65-B6D4-25A944B7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小さな成功を重ねる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E5D4DF-1715-434C-9A37-E4619E1F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0F565B-FD5C-4AD9-97F2-0DA7A96E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「変われない」は、事実ではなく、長く自分に言い続けてきた言葉かもしれません。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できなかった日を数えるだけでは、その思い込みは強くなります。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693B8-1903-45BB-9754-B6194BD31F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e28cdca4ae467e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F97A72-A5CA-4224-B30F-BA6AB5FA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9F5212-2726-4F41-86F9-F166989E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19 / 40</a:t>
            </a:r>
          </a:p>
        </p:txBody>
      </p:sp>
    </p:spTree>
    <p:extLst>
      <p:ext uri="{BB962C8B-B14F-4D97-AF65-F5344CB8AC3E}">
        <p14:creationId xmlns:p14="http://schemas.microsoft.com/office/powerpoint/2010/main" val="173049486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8CF022-7E37-465E-84F2-ECD6B9D4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C3083-1C83-4726-8031-0E926472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りょこちゃん｜読み上げ用YouTube台本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1A827-4096-405C-AC77-D986D6BF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207C14-BB0A-447A-894E-0DA9C120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小さな成功を重ねる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9B7AB6-5971-45E0-9798-3342D140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737D7E-8597-42ED-9AD9-48883751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小さくてもできた行動を見つける。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続けられるやり方に直す。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73DF3C-548E-47B0-8A7C-5288C773BC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7ae1f854a44e39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933E2E-C51B-4F71-9C55-18452285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C386D6-1C78-4EB6-AC9E-A070F075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20 / 40</a:t>
            </a:r>
          </a:p>
        </p:txBody>
      </p:sp>
    </p:spTree>
    <p:extLst>
      <p:ext uri="{BB962C8B-B14F-4D97-AF65-F5344CB8AC3E}">
        <p14:creationId xmlns:p14="http://schemas.microsoft.com/office/powerpoint/2010/main" val="196237713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C55BF8-F1CD-4FA4-AECC-C4CBE5C6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CD557-F11D-4D7F-BAC0-8DABEE09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りょこちゃん｜読み上げ用YouTube台本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6EEBE9-4DB1-486D-B781-273C625A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818CD2-4421-4821-B9A4-52DD58C4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小さな成功を重ねる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9AE82-3552-4CC1-BF09-345ECEA5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C69E03-396B-4412-A305-73B36FE2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その経験が、考え方を少しずつ変えていきます。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7E1653-ADA4-4A59-8D51-3686EC0513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73e970f0f9404f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B279A2-99E6-4DCE-B988-70F26566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E6780A-6D71-4EC3-B44C-D8623603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21 / 40</a:t>
            </a:r>
          </a:p>
        </p:txBody>
      </p:sp>
    </p:spTree>
    <p:extLst>
      <p:ext uri="{BB962C8B-B14F-4D97-AF65-F5344CB8AC3E}">
        <p14:creationId xmlns:p14="http://schemas.microsoft.com/office/powerpoint/2010/main" val="100420718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97770A-E503-4B9F-AE11-FCCF5A7A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A186A-FF63-45BB-8A4F-760600CE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りょこちゃん｜読み上げ用YouTube台本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077CA1-37FE-4EA7-A644-8837C3DA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719DA-E364-4722-A459-9FD7B646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三つ目の間違い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9BC7BC-9B35-4F8C-8429-43B72857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8761F1-4140-4F3A-8B03-F315B602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三つ目。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暮らしの苦しさを「夫が変われば解決する」だけで説明していたことです。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09836-6DF9-4A5A-A84B-1E16E48269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8be00d717e4c94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F9CD2-18EF-4973-BA4E-E3D8BE3B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720F72-216C-47D5-B68E-35A9E642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22 / 40</a:t>
            </a:r>
          </a:p>
        </p:txBody>
      </p:sp>
    </p:spTree>
    <p:extLst>
      <p:ext uri="{BB962C8B-B14F-4D97-AF65-F5344CB8AC3E}">
        <p14:creationId xmlns:p14="http://schemas.microsoft.com/office/powerpoint/2010/main" val="20981107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BE5199-6739-47B7-ACB0-6288201F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AA1C7-1666-48C3-A7A5-615215B4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りょこちゃん｜読み上げ用YouTube台本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0D99E-6AF0-4197-989A-6384F2A2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3CCB19-46B3-4DB7-ADC6-3A746792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相手待ちで止まらない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B255A-F5A2-405A-B5C1-7EA57775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3786B3-F19A-49E2-A7E8-6FD5F7F9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家事や育児の分担は、もちろん夫婦で話し合うことです。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相手に協力してほしいと伝えるのも大切。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64096-CC52-47A9-8F81-15F03FB2EE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f7c851a1a14df9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33D490-A8BC-4594-9F0B-B95BA5C9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475F3-33DF-403B-9588-6781DFE8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23 / 40</a:t>
            </a:r>
          </a:p>
        </p:txBody>
      </p:sp>
    </p:spTree>
    <p:extLst>
      <p:ext uri="{BB962C8B-B14F-4D97-AF65-F5344CB8AC3E}">
        <p14:creationId xmlns:p14="http://schemas.microsoft.com/office/powerpoint/2010/main" val="175094802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39409F-FCCE-4899-B2F7-2A7BAFF3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441E7-05BF-4B3C-98D9-397C28D8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りょこちゃん｜読み上げ用YouTube台本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FC791-5F31-48F1-99A6-7B9DAB78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37EF06-9253-47CB-9F71-86811C93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相手待ちで止まらない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48A50C-CD25-4EBE-BDA4-CF60FD02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9D63A7-098E-4A6C-B9ED-6791BC1F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ただ、その話と、自分が家の中で何を選び、どう動けるようになるかは、分けて考えられます。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相手が変わるのを待つだけでは、自分の毎日を取り戻しにくいんです。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07EC08-4AA6-4BAF-A042-B44A640390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ce23fba0ec4ff7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67EEAF-5A4F-4979-B9D7-7BF7D4C5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655A80-2D44-4CDA-8AC5-B03C5EF4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24 / 40</a:t>
            </a:r>
          </a:p>
        </p:txBody>
      </p:sp>
    </p:spTree>
    <p:extLst>
      <p:ext uri="{BB962C8B-B14F-4D97-AF65-F5344CB8AC3E}">
        <p14:creationId xmlns:p14="http://schemas.microsoft.com/office/powerpoint/2010/main" val="192947793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3246E-45A0-4305-93BA-0EB89385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9968AA-9095-4A20-BA7D-481FE38B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りょこちゃん｜読み上げ用YouTube台本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BC3E0-57AB-4579-A9ED-81E29CB9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EFEB3-F2B8-4B16-ACF7-501383D3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手を借りることも選択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25D93B-5C1E-49B9-B393-805C489B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343DEE-438C-4EDB-A1B1-F37C827E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「自分から変わる」と言うと、全部お母さんが我慢するように聞こえるかもしれません。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そうではありません。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289E2B-F1EE-40D9-9604-69F82A8A77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a202ed76374c5b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8BD1A-603E-4662-94C1-12080908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D859EC-1662-4CDE-B305-693078DC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25 / 40</a:t>
            </a:r>
          </a:p>
        </p:txBody>
      </p:sp>
    </p:spTree>
    <p:extLst>
      <p:ext uri="{BB962C8B-B14F-4D97-AF65-F5344CB8AC3E}">
        <p14:creationId xmlns:p14="http://schemas.microsoft.com/office/powerpoint/2010/main" val="119069279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523C8D-9C71-4783-8A46-AB1FC3E4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1F733-EA76-46B0-BD86-009FA244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りょこちゃん｜読み上げ用YouTube台本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BB83A-96C4-419C-B5AB-8ABC4E15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6E2DE6-72DA-405A-B753-8524E9E5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手を借りることも選択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2AB32D-78D2-4F45-91DB-554E2C12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D55C2-6487-4795-B72E-25564602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7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自分の困り事を言葉にして、手を借りることも自分で選ぶ行動です。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物の置き場所も、家族との分担も、相手を責め続ける前に、具体的に相談できる形へ変えていきます。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C7DFA2-ADBE-4785-98D4-0964577664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57e3c001294987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85781F-4927-4941-B19F-0FAE37DB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BC0EFA-8204-41DD-950D-A3817363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26 / 40</a:t>
            </a:r>
          </a:p>
        </p:txBody>
      </p:sp>
    </p:spTree>
    <p:extLst>
      <p:ext uri="{BB962C8B-B14F-4D97-AF65-F5344CB8AC3E}">
        <p14:creationId xmlns:p14="http://schemas.microsoft.com/office/powerpoint/2010/main" val="94668444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15FDE2-E0D2-4E2D-8EA3-75F68E53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220D65-6B78-4421-A2EC-540DF2B1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りょこちゃん｜読み上げ用YouTube台本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4DE99-1CAC-4E99-8208-3CE403DF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89ED6-2946-49FE-AEB1-5E4337B3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休むと決めた時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5F7BAD-43A7-4230-BCFB-77066D39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A6B205-DD7E-4443-9BD6-7C8B932F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7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この方は片付けを進める途中で、仕事や子育てが重なり、いったん休むことを自分で決めました。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その時には、片付けてきたリビングを保つ、という目標を置いたそうです。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F806FB-DB0B-4741-8A63-93BF77925B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91dd71fd3c492c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6464A-1623-4762-AE0C-46BA83D9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55A2C8-4E41-494D-BE95-B1CE31ED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27 / 40</a:t>
            </a:r>
          </a:p>
        </p:txBody>
      </p:sp>
    </p:spTree>
    <p:extLst>
      <p:ext uri="{BB962C8B-B14F-4D97-AF65-F5344CB8AC3E}">
        <p14:creationId xmlns:p14="http://schemas.microsoft.com/office/powerpoint/2010/main" val="109025855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EF2F4A-1A90-4F58-ADB8-88C4BE8D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6A4E55-C66B-491B-81A2-DCDD4518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りょこちゃん｜読み上げ用YouTube台本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D3FEB0-02BE-4DBD-822E-9097CA1A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402169-DDA2-4A71-8524-1360199B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休むと決めた時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C91127-B967-45A7-B551-6D973148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7E3BF3-B618-4C91-8CD1-944411B1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二か月後に再開した時も、そのリビングは整ったままでした。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285CE6-C171-4E71-870D-E2FBE654B0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5612be603446e9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A74DD0-58F6-49EC-8BCF-A8FEAB1E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328255-0609-4E96-837C-677DE5B2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28 / 40</a:t>
            </a:r>
          </a:p>
        </p:txBody>
      </p:sp>
    </p:spTree>
    <p:extLst>
      <p:ext uri="{BB962C8B-B14F-4D97-AF65-F5344CB8AC3E}">
        <p14:creationId xmlns:p14="http://schemas.microsoft.com/office/powerpoint/2010/main" val="31381397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3A4D74-52B2-410F-A4C7-DC23C20E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07C2F-BF7F-4254-8430-80B73D14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りょこちゃん｜読み上げ用YouTube台本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9EC199-1D9B-4FF6-AD96-84C8BBF4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41E062-E924-4799-A3D0-75D73F20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毎日15分のリセット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FDFC2E-EC0E-4A0A-987A-4F8EE617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60CA3-FF6E-4ECD-884F-56E461B9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毎日15分のリセットを続けられたことが、本人にとって大きな転機でした。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「続けられない私」という思い込みが、「私にもできた」という実感に変わった。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B58271-9C6B-4664-BDC3-D3B6D433EA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cdd43ad5da4474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92FB8E-A738-427C-AD94-CF2A943E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B26FE6-FB08-4B2F-A89A-CC78541D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29 / 40</a:t>
            </a:r>
          </a:p>
        </p:txBody>
      </p:sp>
    </p:spTree>
    <p:extLst>
      <p:ext uri="{BB962C8B-B14F-4D97-AF65-F5344CB8AC3E}">
        <p14:creationId xmlns:p14="http://schemas.microsoft.com/office/powerpoint/2010/main" val="27502298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EFA41D-A0AD-4070-8BC3-740CA435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B1B5A4-D418-4BED-BF5A-1A0C3C13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りょこちゃん｜読み上げ用YouTube台本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F04792-A487-40EB-B75D-4DEBA54C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254C0-E224-4023-A045-5120D4AA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毎日15分のリセット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80779-88CF-42A0-A0C8-DE878AD3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FCB9C-7B33-4C04-AA62-3133B324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無理に全部進めるのではなく、続けられる行動を自分で選んだんですね。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2BF5BE-62EE-4DEC-9CB6-B4673A6BC5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aef00e71ac4901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F1290D-2F9E-4B2B-A1F0-E8DFB48E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4A1153-B67E-4D70-9776-90E4CBC8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30 / 40</a:t>
            </a:r>
          </a:p>
        </p:txBody>
      </p:sp>
    </p:spTree>
    <p:extLst>
      <p:ext uri="{BB962C8B-B14F-4D97-AF65-F5344CB8AC3E}">
        <p14:creationId xmlns:p14="http://schemas.microsoft.com/office/powerpoint/2010/main" val="68202555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AA2611-E552-45A5-BBC6-DBE10CDF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CC63E-8703-4C73-915D-5ABF4322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りょこちゃん｜読み上げ用YouTube台本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85CFC1-5271-4BC7-8BD6-08488DB5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40F7E-6349-4812-8DDC-06A55FC8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続けられた自信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3CA14A-69DA-4D3A-B285-EAD3590D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5247B-211C-4528-897B-969C6A01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何か月も休まず全力で片付けたから変わった、という話ではないんです。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いったん立ち止まり、今守りたい場所を決めた。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826798-DDE5-4A40-8F9C-F17C2AEBDF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13d6d6e73344df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9EAB14-2CFC-4714-8C5E-958485DA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3E494A-4490-46E2-87BF-B8BD0793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31 / 40</a:t>
            </a:r>
          </a:p>
        </p:txBody>
      </p:sp>
    </p:spTree>
    <p:extLst>
      <p:ext uri="{BB962C8B-B14F-4D97-AF65-F5344CB8AC3E}">
        <p14:creationId xmlns:p14="http://schemas.microsoft.com/office/powerpoint/2010/main" val="10255679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21B025-308E-4664-B305-2323CAFE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7E75E4-F29F-49B5-BB9C-676AED59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りょこちゃん｜読み上げ用YouTube台本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EC30A-043E-41AE-81F2-8EFAA6DC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0957E7-3314-42BD-9554-9A7E38A4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続けられた自信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9C2C5-6C45-4658-8132-6CF54B31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D4D04-4E1F-46D2-9060-90C8C4D9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リビングを毎日15分整える。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その小さな実績が積み重なって、「私が決めて、私が続けられた」という自信になりました。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89B3C6-4B3E-4CFD-86F1-07C6AE8CB9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d7acbdf79c4dde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049711-3981-4050-B5B8-A4AA2D77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42DE55-1FA0-4B2D-B9A7-B5B8B9A3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32 / 40</a:t>
            </a:r>
          </a:p>
        </p:txBody>
      </p:sp>
    </p:spTree>
    <p:extLst>
      <p:ext uri="{BB962C8B-B14F-4D97-AF65-F5344CB8AC3E}">
        <p14:creationId xmlns:p14="http://schemas.microsoft.com/office/powerpoint/2010/main" val="105884112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AC9405-CE42-4FAA-A2E1-BFE739E5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47B668-D224-4790-8B2F-8445CCEE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りょこちゃん｜読み上げ用YouTube台本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FA5DF-D06D-47A8-9AC9-97858838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30E11-FA1C-41DF-B045-D5077F11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暮らしに起きた変化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7A024C-2A5A-4C21-A8BC-8F2D27EC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3CB8A2-B607-4A93-A1CA-61B5E695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その後は、物を探す時間が減り、使った物を戻しやすくなったそうです。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友人を家に招く時も、慌てて隠さず迎えられるようになった。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4B9F8A-AABA-4C0D-A3AA-C82F697254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0b19d66c79404b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5A65CB-AEAA-45B7-91EF-B156FD36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259E3-D102-4295-813D-CD28E900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33 / 40</a:t>
            </a:r>
          </a:p>
        </p:txBody>
      </p:sp>
    </p:spTree>
    <p:extLst>
      <p:ext uri="{BB962C8B-B14F-4D97-AF65-F5344CB8AC3E}">
        <p14:creationId xmlns:p14="http://schemas.microsoft.com/office/powerpoint/2010/main" val="41505363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11F6D4-326A-4417-A722-B7760869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B60E85-B307-469D-B35C-FE70397D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りょこちゃん｜読み上げ用YouTube台本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2E9A6-FCE1-42EB-97AD-B2495C71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DFD09-7F13-4684-BBBC-90C7515D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暮らしに起きた変化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001ADA-3C7C-4AA9-98B8-A4363065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C554EF-679F-4F91-8508-EDD39A3C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夫を見る目も変わり、夫が家に戻ってきたと本人は話しています。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8DE30B-0B5D-405C-972B-4B199EEC3D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526b5cfaca4f2b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FB178-669A-4D16-82DD-F1ED9B47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9C4A1B-61FC-4411-AC16-31AA7EF7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34 / 40</a:t>
            </a:r>
          </a:p>
        </p:txBody>
      </p:sp>
    </p:spTree>
    <p:extLst>
      <p:ext uri="{BB962C8B-B14F-4D97-AF65-F5344CB8AC3E}">
        <p14:creationId xmlns:p14="http://schemas.microsoft.com/office/powerpoint/2010/main" val="83827588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9E106B-FE20-4AAE-9D8A-A89EEFCD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2055F5-F47E-404E-B42A-8D9E6C94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りょこちゃん｜読み上げ用YouTube台本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F88155-80CF-4EE4-B83F-BD6D0CDD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C21F6-1E1B-415F-82B1-CEBCE669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因果を言い切らない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E1CDD-1318-40CE-93AE-73E13160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E218CA-1D7F-4DFA-9199-A186717D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ただ、夫婦関係の変化を「片付けだけで起きた」とは言えません。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本人が考え方を見直し、支援を受けながら、話し方や行動も変えていった。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AB2F4E-72B6-4C14-9C64-225BE6F422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882b1651434c19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9964B0-BAAC-406D-933C-A44372CC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BC234B-AE87-47C8-8305-5D99DFEB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35 / 40</a:t>
            </a:r>
          </a:p>
        </p:txBody>
      </p:sp>
    </p:spTree>
    <p:extLst>
      <p:ext uri="{BB962C8B-B14F-4D97-AF65-F5344CB8AC3E}">
        <p14:creationId xmlns:p14="http://schemas.microsoft.com/office/powerpoint/2010/main" val="71461146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28C750-4FFE-4864-BF24-FCE44C3A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C862E5-FA84-486C-9C32-7B45B90F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りょこちゃん｜読み上げ用YouTube台本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15B28-E622-4964-B242-F35691A7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67EEAC-5B87-4068-9303-39C1860C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因果を言い切らない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1EA3A5-2C52-4999-95D2-268985B0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2EB65-194D-4599-8423-8DE894D7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その中で起きた、本人にとって大きな変化です。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C2556-F9C3-4198-9C81-DB40576809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690dc0aaf549ee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625248-A0EC-41E2-9E5F-BE553A6C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BF6458-5ABD-4421-AA00-71A37F43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36 / 40</a:t>
            </a:r>
          </a:p>
        </p:txBody>
      </p:sp>
    </p:spTree>
    <p:extLst>
      <p:ext uri="{BB962C8B-B14F-4D97-AF65-F5344CB8AC3E}">
        <p14:creationId xmlns:p14="http://schemas.microsoft.com/office/powerpoint/2010/main" val="13461021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DCF87F-BBF0-4B4D-A9B7-4232099C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FCE04-7F68-412B-AC33-2C7DD94A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りょこちゃん｜読み上げ用YouTube台本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C3F2D1-31AC-42E5-B679-2823AEB1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7876D-55D8-4C21-AC98-58939C1A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今日から選べる一歩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2FE5C2-0CC7-4103-9499-26976AEE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25188B-CFFE-4D62-807D-DBEF66DD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7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あなたも「私は変われない」「あの人が変わらないと無理」と思っていたら、まずはその前提を書き出してみてください。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そして、今日使う物の住所を一つ決め、戻す行動を小さく続ける。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4CC42-CB96-451E-A786-7FF8754E17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a1429ecd504065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4E0DC3-8CC0-4203-A110-7A368712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8AFF93-A521-4889-BC86-2920FA5E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37 / 40</a:t>
            </a:r>
          </a:p>
        </p:txBody>
      </p:sp>
    </p:spTree>
    <p:extLst>
      <p:ext uri="{BB962C8B-B14F-4D97-AF65-F5344CB8AC3E}">
        <p14:creationId xmlns:p14="http://schemas.microsoft.com/office/powerpoint/2010/main" val="133691823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DD7351-666F-4BDE-B6C9-EA518F2D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07AED-7377-4A05-81E8-9C273D67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りょこちゃん｜読み上げ用YouTube台本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8A25C8-8385-4447-9EDE-7A797EB1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35DE4-0AF5-4B4F-8A1A-2A7CC706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今日から選べる一歩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BA6221-B647-4C76-AB64-111B045A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5DA08-8F5E-49A6-A084-2A7F4DE9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自分で選べる一歩から始めましょう。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CFC655-86F2-454E-AE02-14FA00B054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7baa98f5124618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1270C-678C-4742-9E28-FB612392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2096A4-FAAC-4FF4-AAE9-046C3E2D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38 / 40</a:t>
            </a:r>
          </a:p>
        </p:txBody>
      </p:sp>
    </p:spTree>
    <p:extLst>
      <p:ext uri="{BB962C8B-B14F-4D97-AF65-F5344CB8AC3E}">
        <p14:creationId xmlns:p14="http://schemas.microsoft.com/office/powerpoint/2010/main" val="50352325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377139-FE63-4767-B88D-B416DAF3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338889-4733-41B6-8A6A-6D2E5DF6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りょこちゃん｜読み上げ用YouTube台本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AD25F7-D435-429B-8609-6DDCA11D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83E11-8EB8-4A75-A51D-B97C04B2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1秒収納へ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F7037F-32F9-411E-977F-7CB8AC42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BAEEB3-B2C9-4774-AA44-2D7CDFBB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片付けの手順と一緒に、脳に残った「私には無理」という思い込みにも目を向ける。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その両方を進めるのが1秒収納です。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2DD8C-1971-4DC1-93B4-DAC698B3FF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ff3bf2e53940b3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B7FD42-BF7D-4999-BB66-1B914B13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C87133-9687-4FD0-AE75-04DC831A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39 / 40</a:t>
            </a:r>
          </a:p>
        </p:txBody>
      </p:sp>
    </p:spTree>
    <p:extLst>
      <p:ext uri="{BB962C8B-B14F-4D97-AF65-F5344CB8AC3E}">
        <p14:creationId xmlns:p14="http://schemas.microsoft.com/office/powerpoint/2010/main" val="194014701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1C62F-AC3A-4B49-A5D2-F233C81E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5BD9A-9857-4D7F-8977-D417D917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りょこちゃん｜読み上げ用YouTube台本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3CEE51-A404-439B-80A5-3702677E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CBE1BD-C69C-4606-99B1-2E920956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1秒収納へ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07F816-FE61-41F4-AFAE-99A1C29C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130144-EC05-4FCA-B6ED-25BB3D51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物が戻る家と、自分で選べる毎日をつくりたい方は、概要欄から体験セミナーの詳細をご覧ください。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5BE53F-E19E-407A-B4DE-8DC1F75458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cbabf11d424b90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81ED4-6E52-4787-811D-46CD428A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25FAB8-BF2D-4C99-A2F4-F6181228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40 / 40</a:t>
            </a:r>
          </a:p>
        </p:txBody>
      </p:sp>
    </p:spTree>
    <p:extLst>
      <p:ext uri="{BB962C8B-B14F-4D97-AF65-F5344CB8AC3E}">
        <p14:creationId xmlns:p14="http://schemas.microsoft.com/office/powerpoint/2010/main" val="21459681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iragino Sans"/>
        <a:ea typeface=""/>
        <a:cs typeface=""/>
      </a:majorFont>
      <a:minorFont>
        <a:latin typeface="Hiragino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2026-10-20T10:24:36.3990000Z</dcterms:created>
  <dcterms:modified xsi:type="dcterms:W3CDTF">2026-10-20T10:24:36.3990000Z</dcterms:modified>
</coreProperties>
</file>