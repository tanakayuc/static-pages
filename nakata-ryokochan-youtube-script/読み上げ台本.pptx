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d840a075624beb" /><Relationship Type="http://schemas.openxmlformats.org/officeDocument/2006/relationships/extended-properties" Target="/docProps/app.xml" Id="R8eaff27d1fd146c3" /><Relationship Type="http://schemas.openxmlformats.org/officeDocument/2006/relationships/officeDocument" Target="/ppt/presentation.xml" Id="R50b0711a0c8d4b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85eeb0a88b4968"/>
  </p:sldMasterIdLst>
  <p:notesMasterIdLst>
    <p:notesMasterId xmlns:r="http://schemas.openxmlformats.org/officeDocument/2006/relationships" r:id="Re11f0308fdac4009"/>
  </p:notesMasterIdLst>
  <p:sldIdLst>
    <p:sldId xmlns:r="http://schemas.openxmlformats.org/officeDocument/2006/relationships" id="256" r:id="R3c07f048c0ea4143"/>
    <p:sldId xmlns:r="http://schemas.openxmlformats.org/officeDocument/2006/relationships" id="257" r:id="R617919bebc9443cf"/>
    <p:sldId xmlns:r="http://schemas.openxmlformats.org/officeDocument/2006/relationships" id="258" r:id="Rfd3c082c84ed40e2"/>
    <p:sldId xmlns:r="http://schemas.openxmlformats.org/officeDocument/2006/relationships" id="259" r:id="Rac84e09d8dc249e7"/>
    <p:sldId xmlns:r="http://schemas.openxmlformats.org/officeDocument/2006/relationships" id="260" r:id="R69a8e5c7a1284c72"/>
    <p:sldId xmlns:r="http://schemas.openxmlformats.org/officeDocument/2006/relationships" id="261" r:id="R3a4e92a7988e40d6"/>
    <p:sldId xmlns:r="http://schemas.openxmlformats.org/officeDocument/2006/relationships" id="262" r:id="Rf4e2d64b0c804fa2"/>
    <p:sldId xmlns:r="http://schemas.openxmlformats.org/officeDocument/2006/relationships" id="263" r:id="Ra1f2fa7577494b6a"/>
    <p:sldId xmlns:r="http://schemas.openxmlformats.org/officeDocument/2006/relationships" id="264" r:id="R2328e8998b794812"/>
    <p:sldId xmlns:r="http://schemas.openxmlformats.org/officeDocument/2006/relationships" id="265" r:id="Rf2067d4a55eb4e20"/>
    <p:sldId xmlns:r="http://schemas.openxmlformats.org/officeDocument/2006/relationships" id="266" r:id="R069dac856368494f"/>
    <p:sldId xmlns:r="http://schemas.openxmlformats.org/officeDocument/2006/relationships" id="267" r:id="R0fe3b2ea37b1492f"/>
    <p:sldId xmlns:r="http://schemas.openxmlformats.org/officeDocument/2006/relationships" id="268" r:id="R49da5892c20948da"/>
    <p:sldId xmlns:r="http://schemas.openxmlformats.org/officeDocument/2006/relationships" id="269" r:id="Rf83a9d4496d1452c"/>
    <p:sldId xmlns:r="http://schemas.openxmlformats.org/officeDocument/2006/relationships" id="270" r:id="Rd43ec6866a4645a6"/>
    <p:sldId xmlns:r="http://schemas.openxmlformats.org/officeDocument/2006/relationships" id="271" r:id="R8e5dd26bb0f348dd"/>
    <p:sldId xmlns:r="http://schemas.openxmlformats.org/officeDocument/2006/relationships" id="272" r:id="R546f3a263817486b"/>
    <p:sldId xmlns:r="http://schemas.openxmlformats.org/officeDocument/2006/relationships" id="273" r:id="R1cd38339028d40bc"/>
    <p:sldId xmlns:r="http://schemas.openxmlformats.org/officeDocument/2006/relationships" id="274" r:id="R617a40decfc941cd"/>
    <p:sldId xmlns:r="http://schemas.openxmlformats.org/officeDocument/2006/relationships" id="275" r:id="R9c6b8b86a6ee4e63"/>
    <p:sldId xmlns:r="http://schemas.openxmlformats.org/officeDocument/2006/relationships" id="276" r:id="R9eefd6c2b3194b18"/>
    <p:sldId xmlns:r="http://schemas.openxmlformats.org/officeDocument/2006/relationships" id="277" r:id="R413d4996dcd54cbc"/>
    <p:sldId xmlns:r="http://schemas.openxmlformats.org/officeDocument/2006/relationships" id="278" r:id="R3375b4dee5094570"/>
    <p:sldId xmlns:r="http://schemas.openxmlformats.org/officeDocument/2006/relationships" id="279" r:id="R1882877b02d5478a"/>
    <p:sldId xmlns:r="http://schemas.openxmlformats.org/officeDocument/2006/relationships" id="280" r:id="Re23b5b5c2a42448e"/>
    <p:sldId xmlns:r="http://schemas.openxmlformats.org/officeDocument/2006/relationships" id="281" r:id="R09c4f054e0df47c3"/>
    <p:sldId xmlns:r="http://schemas.openxmlformats.org/officeDocument/2006/relationships" id="282" r:id="Rd30a305b5dc147f5"/>
    <p:sldId xmlns:r="http://schemas.openxmlformats.org/officeDocument/2006/relationships" id="283" r:id="R3751fa5af1ab45c7"/>
    <p:sldId xmlns:r="http://schemas.openxmlformats.org/officeDocument/2006/relationships" id="284" r:id="Re3716d10f1fc4482"/>
    <p:sldId xmlns:r="http://schemas.openxmlformats.org/officeDocument/2006/relationships" id="285" r:id="R039fbe9d44cb42e9"/>
    <p:sldId xmlns:r="http://schemas.openxmlformats.org/officeDocument/2006/relationships" id="286" r:id="Ra8d775333ede48ab"/>
    <p:sldId xmlns:r="http://schemas.openxmlformats.org/officeDocument/2006/relationships" id="287" r:id="Rd5a270346eb946e9"/>
    <p:sldId xmlns:r="http://schemas.openxmlformats.org/officeDocument/2006/relationships" id="288" r:id="Rf751fd07abe745dc"/>
    <p:sldId xmlns:r="http://schemas.openxmlformats.org/officeDocument/2006/relationships" id="289" r:id="R43e62fcdb7ee4ddd"/>
    <p:sldId xmlns:r="http://schemas.openxmlformats.org/officeDocument/2006/relationships" id="290" r:id="R96d8eab901ed4544"/>
    <p:sldId xmlns:r="http://schemas.openxmlformats.org/officeDocument/2006/relationships" id="291" r:id="Rc822239455474cfb"/>
    <p:sldId xmlns:r="http://schemas.openxmlformats.org/officeDocument/2006/relationships" id="292" r:id="R70a2c9affe38402f"/>
    <p:sldId xmlns:r="http://schemas.openxmlformats.org/officeDocument/2006/relationships" id="293" r:id="R86979ec5dd0b47e0"/>
    <p:sldId xmlns:r="http://schemas.openxmlformats.org/officeDocument/2006/relationships" id="294" r:id="R84bb1dc4ad9a4252"/>
    <p:sldId xmlns:r="http://schemas.openxmlformats.org/officeDocument/2006/relationships" id="295" r:id="R9c03805b61cf4f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3a00d4b8104106" /><Relationship Type="http://schemas.openxmlformats.org/officeDocument/2006/relationships/slideMaster" Target="/ppt/slideMasters/slideMaster1.xml" Id="Rda85eeb0a88b4968" /><Relationship Type="http://schemas.openxmlformats.org/officeDocument/2006/relationships/notesMaster" Target="/ppt/notesMasters/notesMaster1.xml" Id="Re11f0308fdac4009" /><Relationship Type="http://schemas.openxmlformats.org/officeDocument/2006/relationships/presProps" Target="/ppt/presProps.xml" Id="R2f9eabe0acf7453f" /><Relationship Type="http://schemas.openxmlformats.org/officeDocument/2006/relationships/tableStyles" Target="/ppt/tableStyles.xml" Id="R416508f5944643c8" /><Relationship Type="http://schemas.openxmlformats.org/officeDocument/2006/relationships/slide" Target="/ppt/slides/slide1.xml" Id="R3c07f048c0ea4143" /><Relationship Type="http://schemas.openxmlformats.org/officeDocument/2006/relationships/slide" Target="/ppt/slides/slide2.xml" Id="R617919bebc9443cf" /><Relationship Type="http://schemas.openxmlformats.org/officeDocument/2006/relationships/slide" Target="/ppt/slides/slide3.xml" Id="Rfd3c082c84ed40e2" /><Relationship Type="http://schemas.openxmlformats.org/officeDocument/2006/relationships/slide" Target="/ppt/slides/slide4.xml" Id="Rac84e09d8dc249e7" /><Relationship Type="http://schemas.openxmlformats.org/officeDocument/2006/relationships/slide" Target="/ppt/slides/slide5.xml" Id="R69a8e5c7a1284c72" /><Relationship Type="http://schemas.openxmlformats.org/officeDocument/2006/relationships/slide" Target="/ppt/slides/slide6.xml" Id="R3a4e92a7988e40d6" /><Relationship Type="http://schemas.openxmlformats.org/officeDocument/2006/relationships/slide" Target="/ppt/slides/slide7.xml" Id="Rf4e2d64b0c804fa2" /><Relationship Type="http://schemas.openxmlformats.org/officeDocument/2006/relationships/slide" Target="/ppt/slides/slide8.xml" Id="Ra1f2fa7577494b6a" /><Relationship Type="http://schemas.openxmlformats.org/officeDocument/2006/relationships/slide" Target="/ppt/slides/slide9.xml" Id="R2328e8998b794812" /><Relationship Type="http://schemas.openxmlformats.org/officeDocument/2006/relationships/slide" Target="/ppt/slides/slide10.xml" Id="Rf2067d4a55eb4e20" /><Relationship Type="http://schemas.openxmlformats.org/officeDocument/2006/relationships/slide" Target="/ppt/slides/slide11.xml" Id="R069dac856368494f" /><Relationship Type="http://schemas.openxmlformats.org/officeDocument/2006/relationships/slide" Target="/ppt/slides/slide12.xml" Id="R0fe3b2ea37b1492f" /><Relationship Type="http://schemas.openxmlformats.org/officeDocument/2006/relationships/slide" Target="/ppt/slides/slide13.xml" Id="R49da5892c20948da" /><Relationship Type="http://schemas.openxmlformats.org/officeDocument/2006/relationships/slide" Target="/ppt/slides/slide14.xml" Id="Rf83a9d4496d1452c" /><Relationship Type="http://schemas.openxmlformats.org/officeDocument/2006/relationships/slide" Target="/ppt/slides/slide15.xml" Id="Rd43ec6866a4645a6" /><Relationship Type="http://schemas.openxmlformats.org/officeDocument/2006/relationships/slide" Target="/ppt/slides/slide16.xml" Id="R8e5dd26bb0f348dd" /><Relationship Type="http://schemas.openxmlformats.org/officeDocument/2006/relationships/slide" Target="/ppt/slides/slide17.xml" Id="R546f3a263817486b" /><Relationship Type="http://schemas.openxmlformats.org/officeDocument/2006/relationships/slide" Target="/ppt/slides/slide18.xml" Id="R1cd38339028d40bc" /><Relationship Type="http://schemas.openxmlformats.org/officeDocument/2006/relationships/slide" Target="/ppt/slides/slide19.xml" Id="R617a40decfc941cd" /><Relationship Type="http://schemas.openxmlformats.org/officeDocument/2006/relationships/slide" Target="/ppt/slides/slide20.xml" Id="R9c6b8b86a6ee4e63" /><Relationship Type="http://schemas.openxmlformats.org/officeDocument/2006/relationships/slide" Target="/ppt/slides/slide21.xml" Id="R9eefd6c2b3194b18" /><Relationship Type="http://schemas.openxmlformats.org/officeDocument/2006/relationships/slide" Target="/ppt/slides/slide22.xml" Id="R413d4996dcd54cbc" /><Relationship Type="http://schemas.openxmlformats.org/officeDocument/2006/relationships/slide" Target="/ppt/slides/slide23.xml" Id="R3375b4dee5094570" /><Relationship Type="http://schemas.openxmlformats.org/officeDocument/2006/relationships/slide" Target="/ppt/slides/slide24.xml" Id="R1882877b02d5478a" /><Relationship Type="http://schemas.openxmlformats.org/officeDocument/2006/relationships/slide" Target="/ppt/slides/slide25.xml" Id="Re23b5b5c2a42448e" /><Relationship Type="http://schemas.openxmlformats.org/officeDocument/2006/relationships/slide" Target="/ppt/slides/slide26.xml" Id="R09c4f054e0df47c3" /><Relationship Type="http://schemas.openxmlformats.org/officeDocument/2006/relationships/slide" Target="/ppt/slides/slide27.xml" Id="Rd30a305b5dc147f5" /><Relationship Type="http://schemas.openxmlformats.org/officeDocument/2006/relationships/slide" Target="/ppt/slides/slide28.xml" Id="R3751fa5af1ab45c7" /><Relationship Type="http://schemas.openxmlformats.org/officeDocument/2006/relationships/slide" Target="/ppt/slides/slide29.xml" Id="Re3716d10f1fc4482" /><Relationship Type="http://schemas.openxmlformats.org/officeDocument/2006/relationships/slide" Target="/ppt/slides/slide30.xml" Id="R039fbe9d44cb42e9" /><Relationship Type="http://schemas.openxmlformats.org/officeDocument/2006/relationships/slide" Target="/ppt/slides/slide31.xml" Id="Ra8d775333ede48ab" /><Relationship Type="http://schemas.openxmlformats.org/officeDocument/2006/relationships/slide" Target="/ppt/slides/slide32.xml" Id="Rd5a270346eb946e9" /><Relationship Type="http://schemas.openxmlformats.org/officeDocument/2006/relationships/slide" Target="/ppt/slides/slide33.xml" Id="Rf751fd07abe745dc" /><Relationship Type="http://schemas.openxmlformats.org/officeDocument/2006/relationships/slide" Target="/ppt/slides/slide34.xml" Id="R43e62fcdb7ee4ddd" /><Relationship Type="http://schemas.openxmlformats.org/officeDocument/2006/relationships/slide" Target="/ppt/slides/slide35.xml" Id="R96d8eab901ed4544" /><Relationship Type="http://schemas.openxmlformats.org/officeDocument/2006/relationships/slide" Target="/ppt/slides/slide36.xml" Id="Rc822239455474cfb" /><Relationship Type="http://schemas.openxmlformats.org/officeDocument/2006/relationships/slide" Target="/ppt/slides/slide37.xml" Id="R70a2c9affe38402f" /><Relationship Type="http://schemas.openxmlformats.org/officeDocument/2006/relationships/slide" Target="/ppt/slides/slide38.xml" Id="R86979ec5dd0b47e0" /><Relationship Type="http://schemas.openxmlformats.org/officeDocument/2006/relationships/slide" Target="/ppt/slides/slide39.xml" Id="R84bb1dc4ad9a4252" /><Relationship Type="http://schemas.openxmlformats.org/officeDocument/2006/relationships/slide" Target="/ppt/slides/slide40.xml" Id="R9c03805b61cf4f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29af7075545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c4cf4e6d374e53" /><Relationship Type="http://schemas.openxmlformats.org/officeDocument/2006/relationships/notesMaster" Target="/ppt/notesMasters/notesMaster1.xml" Id="Ra2d87a4bb7b24d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ef727771db481f" /><Relationship Type="http://schemas.openxmlformats.org/officeDocument/2006/relationships/notesMaster" Target="/ppt/notesMasters/notesMaster1.xml" Id="R78d4b2d9194844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13546c89ba4cc6" /><Relationship Type="http://schemas.openxmlformats.org/officeDocument/2006/relationships/notesMaster" Target="/ppt/notesMasters/notesMaster1.xml" Id="R3a53edc1480e44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74d5b0378a4813" /><Relationship Type="http://schemas.openxmlformats.org/officeDocument/2006/relationships/notesMaster" Target="/ppt/notesMasters/notesMaster1.xml" Id="Ra784ea26dbbe4d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0ec84e335049a7" /><Relationship Type="http://schemas.openxmlformats.org/officeDocument/2006/relationships/notesMaster" Target="/ppt/notesMasters/notesMaster1.xml" Id="Rba7e8d11fa774a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fe0079a7384f93" /><Relationship Type="http://schemas.openxmlformats.org/officeDocument/2006/relationships/notesMaster" Target="/ppt/notesMasters/notesMaster1.xml" Id="R1b00bc8d509d40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08552f0d6a4295" /><Relationship Type="http://schemas.openxmlformats.org/officeDocument/2006/relationships/notesMaster" Target="/ppt/notesMasters/notesMaster1.xml" Id="R500af07a64f24e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840416f4494953" /><Relationship Type="http://schemas.openxmlformats.org/officeDocument/2006/relationships/notesMaster" Target="/ppt/notesMasters/notesMaster1.xml" Id="R2a4d2e94ddb945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3c565ec9fb4f2f" /><Relationship Type="http://schemas.openxmlformats.org/officeDocument/2006/relationships/notesMaster" Target="/ppt/notesMasters/notesMaster1.xml" Id="Rd1d800562d2c4e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47377244ea443a" /><Relationship Type="http://schemas.openxmlformats.org/officeDocument/2006/relationships/notesMaster" Target="/ppt/notesMasters/notesMaster1.xml" Id="Re87c0eebe4224a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ae5dda10324ab1" /><Relationship Type="http://schemas.openxmlformats.org/officeDocument/2006/relationships/notesMaster" Target="/ppt/notesMasters/notesMaster1.xml" Id="R09bec1ba7f1743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0e3d4ac8394f4f" /><Relationship Type="http://schemas.openxmlformats.org/officeDocument/2006/relationships/notesMaster" Target="/ppt/notesMasters/notesMaster1.xml" Id="Rf27b0d55149140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a93b74bf584737" /><Relationship Type="http://schemas.openxmlformats.org/officeDocument/2006/relationships/notesMaster" Target="/ppt/notesMasters/notesMaster1.xml" Id="Re56b5356811e45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9d486a89b04e79" /><Relationship Type="http://schemas.openxmlformats.org/officeDocument/2006/relationships/notesMaster" Target="/ppt/notesMasters/notesMaster1.xml" Id="Rfff860daded04f1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6774548b994d8a" /><Relationship Type="http://schemas.openxmlformats.org/officeDocument/2006/relationships/notesMaster" Target="/ppt/notesMasters/notesMaster1.xml" Id="Rd6465e71ef374e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d8668d4d8b4434f" /><Relationship Type="http://schemas.openxmlformats.org/officeDocument/2006/relationships/notesMaster" Target="/ppt/notesMasters/notesMaster1.xml" Id="Rddf0c16063004c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7900424b114b21" /><Relationship Type="http://schemas.openxmlformats.org/officeDocument/2006/relationships/notesMaster" Target="/ppt/notesMasters/notesMaster1.xml" Id="Rdf745cedde7a446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6d4505f7c994c81" /><Relationship Type="http://schemas.openxmlformats.org/officeDocument/2006/relationships/notesMaster" Target="/ppt/notesMasters/notesMaster1.xml" Id="R7449870e374a436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cd20726c17441f" /><Relationship Type="http://schemas.openxmlformats.org/officeDocument/2006/relationships/notesMaster" Target="/ppt/notesMasters/notesMaster1.xml" Id="R07b0cea407574a3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9ecd3d2f7fa4f1e" /><Relationship Type="http://schemas.openxmlformats.org/officeDocument/2006/relationships/notesMaster" Target="/ppt/notesMasters/notesMaster1.xml" Id="R84adbb06225140e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39f2408e0f84173" /><Relationship Type="http://schemas.openxmlformats.org/officeDocument/2006/relationships/notesMaster" Target="/ppt/notesMasters/notesMaster1.xml" Id="Rd650e6faa45a41b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fa329a761cb4bd2" /><Relationship Type="http://schemas.openxmlformats.org/officeDocument/2006/relationships/notesMaster" Target="/ppt/notesMasters/notesMaster1.xml" Id="R69057eab14cf455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d8c6f7bbdd44fef" /><Relationship Type="http://schemas.openxmlformats.org/officeDocument/2006/relationships/notesMaster" Target="/ppt/notesMasters/notesMaster1.xml" Id="R194d83ebe02342a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a2e56aa708246d1" /><Relationship Type="http://schemas.openxmlformats.org/officeDocument/2006/relationships/notesMaster" Target="/ppt/notesMasters/notesMaster1.xml" Id="R44b338da44b0469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ee49e993dab403f" /><Relationship Type="http://schemas.openxmlformats.org/officeDocument/2006/relationships/notesMaster" Target="/ppt/notesMasters/notesMaster1.xml" Id="R1b46347d641d474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f772bee556644df" /><Relationship Type="http://schemas.openxmlformats.org/officeDocument/2006/relationships/notesMaster" Target="/ppt/notesMasters/notesMaster1.xml" Id="R753578397b87451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dac42b8ffbf42c5" /><Relationship Type="http://schemas.openxmlformats.org/officeDocument/2006/relationships/notesMaster" Target="/ppt/notesMasters/notesMaster1.xml" Id="R71aa696d63954b3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da796286661491c" /><Relationship Type="http://schemas.openxmlformats.org/officeDocument/2006/relationships/notesMaster" Target="/ppt/notesMasters/notesMaster1.xml" Id="R42f0aa2a0606412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86a6f9cc4e247ec" /><Relationship Type="http://schemas.openxmlformats.org/officeDocument/2006/relationships/notesMaster" Target="/ppt/notesMasters/notesMaster1.xml" Id="R96fb52504a9a4bb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c2356f2b97a4915" /><Relationship Type="http://schemas.openxmlformats.org/officeDocument/2006/relationships/notesMaster" Target="/ppt/notesMasters/notesMaster1.xml" Id="R893e7e38ac924cf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b9de5bbf2b24623" /><Relationship Type="http://schemas.openxmlformats.org/officeDocument/2006/relationships/notesMaster" Target="/ppt/notesMasters/notesMaster1.xml" Id="R71436a33395a482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cb5398964494510" /><Relationship Type="http://schemas.openxmlformats.org/officeDocument/2006/relationships/notesMaster" Target="/ppt/notesMasters/notesMaster1.xml" Id="Rfa80c4164e13453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0faef2a12bc4991" /><Relationship Type="http://schemas.openxmlformats.org/officeDocument/2006/relationships/notesMaster" Target="/ppt/notesMasters/notesMaster1.xml" Id="Rd471d65810ea495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989654c58294fb0" /><Relationship Type="http://schemas.openxmlformats.org/officeDocument/2006/relationships/notesMaster" Target="/ppt/notesMasters/notesMaster1.xml" Id="R10439c08ca9d498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ab6f8f879504dfe" /><Relationship Type="http://schemas.openxmlformats.org/officeDocument/2006/relationships/notesMaster" Target="/ppt/notesMasters/notesMaster1.xml" Id="Raca0555f528e419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438382681fc4668" /><Relationship Type="http://schemas.openxmlformats.org/officeDocument/2006/relationships/notesMaster" Target="/ppt/notesMasters/notesMaster1.xml" Id="Rea47168ecb424f2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0bd98c6b7ea464f" /><Relationship Type="http://schemas.openxmlformats.org/officeDocument/2006/relationships/notesMaster" Target="/ppt/notesMasters/notesMaster1.xml" Id="R915a56995f3c49a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edb7d82b08b4290" /><Relationship Type="http://schemas.openxmlformats.org/officeDocument/2006/relationships/notesMaster" Target="/ppt/notesMasters/notesMaster1.xml" Id="R16ef0ac05d3644c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e56bedc42474590" /><Relationship Type="http://schemas.openxmlformats.org/officeDocument/2006/relationships/notesMaster" Target="/ppt/notesMasters/notesMaster1.xml" Id="R9886944055004d6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d980a7f1ec14651" /><Relationship Type="http://schemas.openxmlformats.org/officeDocument/2006/relationships/notesMaster" Target="/ppt/notesMasters/notesMaster1.xml" Id="R50b5a9c2215248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d60d8a4af74f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e4170063454d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e03359db5a44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9cbccc31db4a5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ba7378fcbd46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68bb3b1e7341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810D1D-7149-4A00-870E-4ED85C18E1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9DA0E2D-9EE7-40D7-AEDE-2A2E49CF85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0A23D22-AEA0-47C3-94BE-D9CDA736EF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7BB9AE-354E-47C2-954B-C88292681C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D736A8A-8E53-44F4-BD92-43CFC645EB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D0356A-3143-483A-8977-B6128478F8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AC3510-D9D5-41D4-8B07-31C2FBE4DC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C2F2A66-0BC6-46FC-B828-6502D45ED8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EF3A17-404E-4681-B6E2-C4C9C6ACC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10E7FC-5791-4AB8-8C58-3C44B695D4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1c9957f19b4f4c" /><Relationship Type="http://schemas.openxmlformats.org/officeDocument/2006/relationships/slideLayout" Target="/ppt/slideLayouts/slideLayout1.xml" Id="R91d7b122200e45c3" /><Relationship Type="http://schemas.openxmlformats.org/officeDocument/2006/relationships/slideLayout" Target="/ppt/slideLayouts/slideLayout2.xml" Id="R5d889f8faacb47f9" /><Relationship Type="http://schemas.openxmlformats.org/officeDocument/2006/relationships/slideLayout" Target="/ppt/slideLayouts/slideLayout3.xml" Id="R772cc92c184f4fed" /><Relationship Type="http://schemas.openxmlformats.org/officeDocument/2006/relationships/slideLayout" Target="/ppt/slideLayouts/slideLayout4.xml" Id="R47bd639b15aa40ad" /><Relationship Type="http://schemas.openxmlformats.org/officeDocument/2006/relationships/slideLayout" Target="/ppt/slideLayouts/slideLayout5.xml" Id="Re844a150c8194216" /><Relationship Type="http://schemas.openxmlformats.org/officeDocument/2006/relationships/slideLayout" Target="/ppt/slideLayouts/slideLayout6.xml" Id="Rfc5b668987a947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d7b122200e45c3"/>
    <p:sldLayoutId xmlns:r="http://schemas.openxmlformats.org/officeDocument/2006/relationships" id="2147483650" r:id="R5d889f8faacb47f9"/>
    <p:sldLayoutId xmlns:r="http://schemas.openxmlformats.org/officeDocument/2006/relationships" id="2147483651" r:id="R772cc92c184f4fed"/>
    <p:sldLayoutId xmlns:r="http://schemas.openxmlformats.org/officeDocument/2006/relationships" id="2147483652" r:id="R47bd639b15aa40ad"/>
    <p:sldLayoutId xmlns:r="http://schemas.openxmlformats.org/officeDocument/2006/relationships" id="2147483653" r:id="Re844a150c8194216"/>
    <p:sldLayoutId xmlns:r="http://schemas.openxmlformats.org/officeDocument/2006/relationships" id="2147483654" r:id="Rfc5b668987a947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8edfa336fd4585" /><Relationship Type="http://schemas.openxmlformats.org/officeDocument/2006/relationships/image" Target="/ppt/media/image.jpeg" Id="Ra4ab9e3bd90045df" /><Relationship Type="http://schemas.openxmlformats.org/officeDocument/2006/relationships/notesSlide" Target="/ppt/notesSlides/notesSlide1.xml" Id="R7e0797d26e8944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27f8c2c35e48aa" /><Relationship Type="http://schemas.openxmlformats.org/officeDocument/2006/relationships/image" Target="/ppt/media/image2.jpeg" Id="R10a2dcb7288049f8" /><Relationship Type="http://schemas.openxmlformats.org/officeDocument/2006/relationships/notesSlide" Target="/ppt/notesSlides/notesSlide2.xml" Id="R29fbc3ae784846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abd6a820ae414d" /><Relationship Type="http://schemas.openxmlformats.org/officeDocument/2006/relationships/image" Target="/ppt/media/image3.jpeg" Id="R0802b6e1c2f2417d" /><Relationship Type="http://schemas.openxmlformats.org/officeDocument/2006/relationships/notesSlide" Target="/ppt/notesSlides/notesSlide3.xml" Id="R29338b6624f44d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0fc3907f0a435a" /><Relationship Type="http://schemas.openxmlformats.org/officeDocument/2006/relationships/image" Target="/ppt/media/image4.jpeg" Id="Ra5c8f88675534527" /><Relationship Type="http://schemas.openxmlformats.org/officeDocument/2006/relationships/notesSlide" Target="/ppt/notesSlides/notesSlide4.xml" Id="R6501a0d2cb9547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0231fe11834b04" /><Relationship Type="http://schemas.openxmlformats.org/officeDocument/2006/relationships/image" Target="/ppt/media/image5.jpeg" Id="Rde604c5503154b26" /><Relationship Type="http://schemas.openxmlformats.org/officeDocument/2006/relationships/notesSlide" Target="/ppt/notesSlides/notesSlide5.xml" Id="R4b587de7d0da46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21f93bdf7a41ca" /><Relationship Type="http://schemas.openxmlformats.org/officeDocument/2006/relationships/image" Target="/ppt/media/image6.jpeg" Id="Rf04529c2dfe5414c" /><Relationship Type="http://schemas.openxmlformats.org/officeDocument/2006/relationships/notesSlide" Target="/ppt/notesSlides/notesSlide6.xml" Id="Rce910be34f9c4d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13782bab6c419b" /><Relationship Type="http://schemas.openxmlformats.org/officeDocument/2006/relationships/image" Target="/ppt/media/image7.jpeg" Id="Rb57d7e196f4f4912" /><Relationship Type="http://schemas.openxmlformats.org/officeDocument/2006/relationships/notesSlide" Target="/ppt/notesSlides/notesSlide7.xml" Id="R9c7a4d52071646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504623a124b5e" /><Relationship Type="http://schemas.openxmlformats.org/officeDocument/2006/relationships/image" Target="/ppt/media/image8.jpeg" Id="R6b7c07d3f015421b" /><Relationship Type="http://schemas.openxmlformats.org/officeDocument/2006/relationships/notesSlide" Target="/ppt/notesSlides/notesSlide8.xml" Id="R5193ad138a4141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0d55b36a674df7" /><Relationship Type="http://schemas.openxmlformats.org/officeDocument/2006/relationships/image" Target="/ppt/media/image9.jpeg" Id="Rbed825164318439f" /><Relationship Type="http://schemas.openxmlformats.org/officeDocument/2006/relationships/notesSlide" Target="/ppt/notesSlides/notesSlide9.xml" Id="Rac4c1feb2b8c45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5349e9a10b440b" /><Relationship Type="http://schemas.openxmlformats.org/officeDocument/2006/relationships/image" Target="/ppt/media/image10.jpeg" Id="R1d8f9d87db914245" /><Relationship Type="http://schemas.openxmlformats.org/officeDocument/2006/relationships/notesSlide" Target="/ppt/notesSlides/notesSlide10.xml" Id="Rc0140eb0232443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b89e51b2c84276" /><Relationship Type="http://schemas.openxmlformats.org/officeDocument/2006/relationships/image" Target="/ppt/media/image11.jpeg" Id="R02753d8b226f493b" /><Relationship Type="http://schemas.openxmlformats.org/officeDocument/2006/relationships/notesSlide" Target="/ppt/notesSlides/notesSlide11.xml" Id="R20876097277346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a98810bd2e43e8" /><Relationship Type="http://schemas.openxmlformats.org/officeDocument/2006/relationships/image" Target="/ppt/media/image12.jpeg" Id="R73b1b3d2ce14400a" /><Relationship Type="http://schemas.openxmlformats.org/officeDocument/2006/relationships/notesSlide" Target="/ppt/notesSlides/notesSlide12.xml" Id="R6cfed417c94042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89fab73f74010" /><Relationship Type="http://schemas.openxmlformats.org/officeDocument/2006/relationships/image" Target="/ppt/media/image13.jpeg" Id="R5f0e519eee2b4eb6" /><Relationship Type="http://schemas.openxmlformats.org/officeDocument/2006/relationships/notesSlide" Target="/ppt/notesSlides/notesSlide13.xml" Id="Rda8f5b0f854346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c5abb105cc4d6a" /><Relationship Type="http://schemas.openxmlformats.org/officeDocument/2006/relationships/image" Target="/ppt/media/image14.jpeg" Id="R9874531ab6f94460" /><Relationship Type="http://schemas.openxmlformats.org/officeDocument/2006/relationships/notesSlide" Target="/ppt/notesSlides/notesSlide14.xml" Id="R537d66e98cd943c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e657289e3c43a8" /><Relationship Type="http://schemas.openxmlformats.org/officeDocument/2006/relationships/image" Target="/ppt/media/image15.jpeg" Id="R368725058a5f4a02" /><Relationship Type="http://schemas.openxmlformats.org/officeDocument/2006/relationships/notesSlide" Target="/ppt/notesSlides/notesSlide15.xml" Id="R6c142d01908540d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c1e8fe2d0841ce" /><Relationship Type="http://schemas.openxmlformats.org/officeDocument/2006/relationships/image" Target="/ppt/media/image16.jpeg" Id="Rd792d70a3e4a413f" /><Relationship Type="http://schemas.openxmlformats.org/officeDocument/2006/relationships/notesSlide" Target="/ppt/notesSlides/notesSlide16.xml" Id="R2941bfb8055948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f959c9ed83441a" /><Relationship Type="http://schemas.openxmlformats.org/officeDocument/2006/relationships/image" Target="/ppt/media/image17.jpeg" Id="R4898448918064f46" /><Relationship Type="http://schemas.openxmlformats.org/officeDocument/2006/relationships/notesSlide" Target="/ppt/notesSlides/notesSlide17.xml" Id="R3a06a1e3b54d4b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f2f2fcd64a4175" /><Relationship Type="http://schemas.openxmlformats.org/officeDocument/2006/relationships/image" Target="/ppt/media/image18.jpeg" Id="R989cce74e6b640fd" /><Relationship Type="http://schemas.openxmlformats.org/officeDocument/2006/relationships/notesSlide" Target="/ppt/notesSlides/notesSlide18.xml" Id="Rafc589392e54425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53bf45c8aa45fc" /><Relationship Type="http://schemas.openxmlformats.org/officeDocument/2006/relationships/image" Target="/ppt/media/image19.jpeg" Id="Rc42cc4a0b9864c0a" /><Relationship Type="http://schemas.openxmlformats.org/officeDocument/2006/relationships/notesSlide" Target="/ppt/notesSlides/notesSlide19.xml" Id="R678777b96c60445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a0eab2e4b04dc1" /><Relationship Type="http://schemas.openxmlformats.org/officeDocument/2006/relationships/image" Target="/ppt/media/image20.jpeg" Id="Rf6d8560d42cb458f" /><Relationship Type="http://schemas.openxmlformats.org/officeDocument/2006/relationships/notesSlide" Target="/ppt/notesSlides/notesSlide20.xml" Id="R4823b304ad404f9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782a391a1c42fb" /><Relationship Type="http://schemas.openxmlformats.org/officeDocument/2006/relationships/image" Target="/ppt/media/image21.jpeg" Id="Rd29c0ce8457d438c" /><Relationship Type="http://schemas.openxmlformats.org/officeDocument/2006/relationships/notesSlide" Target="/ppt/notesSlides/notesSlide21.xml" Id="Rad09dd884c054de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487548108a4ce2" /><Relationship Type="http://schemas.openxmlformats.org/officeDocument/2006/relationships/image" Target="/ppt/media/image22.jpeg" Id="Re469d81955284090" /><Relationship Type="http://schemas.openxmlformats.org/officeDocument/2006/relationships/notesSlide" Target="/ppt/notesSlides/notesSlide22.xml" Id="R5e4fccbdbaa247f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46db8e2a584a99" /><Relationship Type="http://schemas.openxmlformats.org/officeDocument/2006/relationships/image" Target="/ppt/media/image23.jpeg" Id="R0ae7679b23e44e47" /><Relationship Type="http://schemas.openxmlformats.org/officeDocument/2006/relationships/notesSlide" Target="/ppt/notesSlides/notesSlide23.xml" Id="Rd28b18227de843e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a41c6482b0450c" /><Relationship Type="http://schemas.openxmlformats.org/officeDocument/2006/relationships/image" Target="/ppt/media/image24.jpeg" Id="Rdea655099c894af7" /><Relationship Type="http://schemas.openxmlformats.org/officeDocument/2006/relationships/notesSlide" Target="/ppt/notesSlides/notesSlide24.xml" Id="R4075a7b5878c441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ddeae71e844263" /><Relationship Type="http://schemas.openxmlformats.org/officeDocument/2006/relationships/image" Target="/ppt/media/image25.jpeg" Id="R9d57729907c44e30" /><Relationship Type="http://schemas.openxmlformats.org/officeDocument/2006/relationships/notesSlide" Target="/ppt/notesSlides/notesSlide25.xml" Id="Raf4ba10320d1471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cdfcf684494bc7" /><Relationship Type="http://schemas.openxmlformats.org/officeDocument/2006/relationships/image" Target="/ppt/media/image26.jpeg" Id="R03f518bf84b94f0b" /><Relationship Type="http://schemas.openxmlformats.org/officeDocument/2006/relationships/notesSlide" Target="/ppt/notesSlides/notesSlide26.xml" Id="R56b39651da87402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75dc23b7b94f6b" /><Relationship Type="http://schemas.openxmlformats.org/officeDocument/2006/relationships/image" Target="/ppt/media/image27.jpeg" Id="R570e0e7f68124ee8" /><Relationship Type="http://schemas.openxmlformats.org/officeDocument/2006/relationships/notesSlide" Target="/ppt/notesSlides/notesSlide27.xml" Id="Rebee55f3bcac43f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81d21aae3d4188" /><Relationship Type="http://schemas.openxmlformats.org/officeDocument/2006/relationships/image" Target="/ppt/media/image28.jpeg" Id="Rbd9f2cd06e144bb2" /><Relationship Type="http://schemas.openxmlformats.org/officeDocument/2006/relationships/notesSlide" Target="/ppt/notesSlides/notesSlide28.xml" Id="R1011f7fd7622463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787418a0014182" /><Relationship Type="http://schemas.openxmlformats.org/officeDocument/2006/relationships/image" Target="/ppt/media/image29.jpeg" Id="R1d4459b19e7243cb" /><Relationship Type="http://schemas.openxmlformats.org/officeDocument/2006/relationships/notesSlide" Target="/ppt/notesSlides/notesSlide29.xml" Id="R420b31b0a26a435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ed3994d5ea4b24" /><Relationship Type="http://schemas.openxmlformats.org/officeDocument/2006/relationships/image" Target="/ppt/media/image30.jpeg" Id="Ra17590ed1a764a8d" /><Relationship Type="http://schemas.openxmlformats.org/officeDocument/2006/relationships/notesSlide" Target="/ppt/notesSlides/notesSlide30.xml" Id="R3ddfe39a78c2479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ab8299005e4a5a" /><Relationship Type="http://schemas.openxmlformats.org/officeDocument/2006/relationships/image" Target="/ppt/media/image31.jpeg" Id="R0c5a5f55a7d04954" /><Relationship Type="http://schemas.openxmlformats.org/officeDocument/2006/relationships/notesSlide" Target="/ppt/notesSlides/notesSlide31.xml" Id="R1573c45d2bb941b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d8998bb7534303" /><Relationship Type="http://schemas.openxmlformats.org/officeDocument/2006/relationships/image" Target="/ppt/media/image32.jpeg" Id="R2a9fec30791141de" /><Relationship Type="http://schemas.openxmlformats.org/officeDocument/2006/relationships/notesSlide" Target="/ppt/notesSlides/notesSlide32.xml" Id="Rb6315bff2262491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f75009b0a94e8a" /><Relationship Type="http://schemas.openxmlformats.org/officeDocument/2006/relationships/image" Target="/ppt/media/image33.jpeg" Id="R754760addd6c49a8" /><Relationship Type="http://schemas.openxmlformats.org/officeDocument/2006/relationships/notesSlide" Target="/ppt/notesSlides/notesSlide33.xml" Id="R4e8fd460596b452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2c62b62e174c78" /><Relationship Type="http://schemas.openxmlformats.org/officeDocument/2006/relationships/image" Target="/ppt/media/image34.jpeg" Id="R6c4b367de65b466b" /><Relationship Type="http://schemas.openxmlformats.org/officeDocument/2006/relationships/notesSlide" Target="/ppt/notesSlides/notesSlide34.xml" Id="R02008ccf4c43443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07091e8faa4859" /><Relationship Type="http://schemas.openxmlformats.org/officeDocument/2006/relationships/image" Target="/ppt/media/image35.jpeg" Id="Rd2d7ca605fd04f2b" /><Relationship Type="http://schemas.openxmlformats.org/officeDocument/2006/relationships/notesSlide" Target="/ppt/notesSlides/notesSlide35.xml" Id="R8c4fda9a66474be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9518b9d2d54c39" /><Relationship Type="http://schemas.openxmlformats.org/officeDocument/2006/relationships/image" Target="/ppt/media/image36.jpeg" Id="R393a39c41b474c46" /><Relationship Type="http://schemas.openxmlformats.org/officeDocument/2006/relationships/notesSlide" Target="/ppt/notesSlides/notesSlide36.xml" Id="Re668a31508e0415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1fc115e877460c" /><Relationship Type="http://schemas.openxmlformats.org/officeDocument/2006/relationships/image" Target="/ppt/media/image37.jpeg" Id="Rb7bddb52935c404b" /><Relationship Type="http://schemas.openxmlformats.org/officeDocument/2006/relationships/notesSlide" Target="/ppt/notesSlides/notesSlide37.xml" Id="Rdc94bae6efd448d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30acccee504572" /><Relationship Type="http://schemas.openxmlformats.org/officeDocument/2006/relationships/image" Target="/ppt/media/image38.jpeg" Id="R6fecbd2b508d4b72" /><Relationship Type="http://schemas.openxmlformats.org/officeDocument/2006/relationships/notesSlide" Target="/ppt/notesSlides/notesSlide38.xml" Id="R80a3f7e2051644e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d5c224e06e4cbb" /><Relationship Type="http://schemas.openxmlformats.org/officeDocument/2006/relationships/image" Target="/ppt/media/image39.jpeg" Id="R5224743e634142b5" /><Relationship Type="http://schemas.openxmlformats.org/officeDocument/2006/relationships/notesSlide" Target="/ppt/notesSlides/notesSlide39.xml" Id="Re4fa809cc9de449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0827fb974446ba" /><Relationship Type="http://schemas.openxmlformats.org/officeDocument/2006/relationships/image" Target="/ppt/media/image40.jpeg" Id="R21fdd41048484c6b" /><Relationship Type="http://schemas.openxmlformats.org/officeDocument/2006/relationships/notesSlide" Target="/ppt/notesSlides/notesSlide40.xml" Id="R3f7a810cc9144c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2D85E-3211-48FD-865E-C9FBDE5B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BC6B3-4035-4BC8-9B16-3FB14D50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CD2AF-5A30-480F-9398-87ED7A11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868F4-B1E0-46CD-A8E0-C18955F7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物の住所がない毎日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760F3-4DB9-442E-A0B4-67A6E949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33AB1-E8A2-4E70-BCAD-4621A638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小さな子ども二人を見ながら、家事を回す。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使う物は次々に変わるのに、物の置き場所は決まっていない。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B037B-3943-4A9D-9978-EB89E2814A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b9e3bd90045d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C28CF-CE0E-4664-8C09-E14E63AE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8ECF7-CB83-4A97-98C8-0FD21B53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01 / 40</a:t>
            </a:r>
          </a:p>
        </p:txBody>
      </p:sp>
    </p:spTree>
    <p:extLst>
      <p:ext uri="{BB962C8B-B14F-4D97-AF65-F5344CB8AC3E}">
        <p14:creationId xmlns:p14="http://schemas.microsoft.com/office/powerpoint/2010/main" val="1585928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E95A1-88CC-474A-B972-62FF2E67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F438C-922B-49B7-8CF7-317955FC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AF18-1AB0-4FDB-805C-D7C3EB92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D72E9-A143-448A-9DF1-4BEB541A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物の住所がない毎日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63711-7494-46C5-AF69-DEC6E2C3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8C51D-D2CB-424F-9A35-14818FD4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部屋のあちこちに物があり、次に何をするか考えるだけでも苦しくなる。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そんな時期を過ごした方がいました。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6DDB8-8A57-4BCF-B599-50F185235F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2dcb7288049f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EC469-426C-41C6-87E3-38EAF6F5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D7E71-DC15-4B15-976C-B2078636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02 / 40</a:t>
            </a:r>
          </a:p>
        </p:txBody>
      </p:sp>
    </p:spTree>
    <p:extLst>
      <p:ext uri="{BB962C8B-B14F-4D97-AF65-F5344CB8AC3E}">
        <p14:creationId xmlns:p14="http://schemas.microsoft.com/office/powerpoint/2010/main" val="5159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1D19C-4E32-4AD7-B16C-48EAD876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ED79E-DEA2-4BB5-A794-33B0862D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38A36-ECF4-472C-AD03-6968A80A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C41AB-66C7-49D5-8182-7DC47E95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「夫のせい」と思っていた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DC67E-3334-473E-9B43-C27857E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F15BE-8A6D-48E0-84B1-005AC765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この方は、当時「うまくいかないのは夫のせい」と思っていたそうです。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夫婦の言葉も態度も険しくなり、別々に暮らす時期がありました。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9368F-946E-4977-8FB5-8D20551076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2b6e1c2f2417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E14CA-6A7A-4B6E-896F-B31E6657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A55B3-A3F7-4855-8BBA-05F8C119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03 / 40</a:t>
            </a:r>
          </a:p>
        </p:txBody>
      </p:sp>
    </p:spTree>
    <p:extLst>
      <p:ext uri="{BB962C8B-B14F-4D97-AF65-F5344CB8AC3E}">
        <p14:creationId xmlns:p14="http://schemas.microsoft.com/office/powerpoint/2010/main" val="9759106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6EF44-2F91-4742-9B42-9629B027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B61F69-82B9-4806-9427-ACE821E7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488C9-84A8-458A-9B8A-7BE50EEC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357D0-1B4E-4FEE-87B1-D5CE1D56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「夫のせい」と思っていた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9BC42-9960-4A9D-B30A-08E1450F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A1B00-C2A7-47CE-9ED3-EE8A5126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一方で、自分には昔から片付けられない癖があるから、変われないとも思い込んでいたんです。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8D53C-0F6D-439A-80AC-9D171017E9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8f8867553452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8051D-4D7B-4A19-879E-A5D3E27D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FDD71-7915-422E-B78E-1E17F7CB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04 / 40</a:t>
            </a:r>
          </a:p>
        </p:txBody>
      </p:sp>
    </p:spTree>
    <p:extLst>
      <p:ext uri="{BB962C8B-B14F-4D97-AF65-F5344CB8AC3E}">
        <p14:creationId xmlns:p14="http://schemas.microsoft.com/office/powerpoint/2010/main" val="8212626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53EE44-1C74-4B54-BE7E-52628D89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AA5CA-9A5B-4B74-936A-79CA156B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6AD39-4C3F-4A09-9DC5-DA012AA1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9C27F-ACB9-47CB-BB13-A6DBF567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負担を一人に押しつけない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F791A-3058-4D6E-85D9-3F489544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28D67-6DD2-4195-B725-29C093B0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子育てや仕事の負担が大きい時に、気持ちの余裕がなくなるのは自然なことです。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その負担を一人で背負うべきだ、という話ではありません。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E16D1-1D15-4124-B5B2-DEC35E1C4B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604c5503154b2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C998B-0190-4BAF-BD7D-012F7701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9D43D-8620-46CE-84A7-CCAD8F00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05 / 40</a:t>
            </a:r>
          </a:p>
        </p:txBody>
      </p:sp>
    </p:spTree>
    <p:extLst>
      <p:ext uri="{BB962C8B-B14F-4D97-AF65-F5344CB8AC3E}">
        <p14:creationId xmlns:p14="http://schemas.microsoft.com/office/powerpoint/2010/main" val="2579724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1AE6B9-A20E-44A1-9AFE-9DA57626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C24A5-425F-4114-AF6B-3E6D4C1A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C6D7B-8501-435C-9896-7BE40B5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5C827-C944-4321-B933-A3EC2DF9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負担を一人に押しつけない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00FA1-A797-4B31-8F2F-61F8A6EC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B8BA1-7AD6-4929-8E42-52C79D70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今日は、この方の暮らしを手がかりに、片付けと考え方のどこを変えると前へ進めるのか、三つお話しします。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8A8AF-D693-42D1-887B-9797D0C802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4529c2dfe5414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2164B-A98E-4E4C-9DB7-60A3E19E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3485C-B802-44AF-8310-14F418B8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06 / 40</a:t>
            </a:r>
          </a:p>
        </p:txBody>
      </p:sp>
    </p:spTree>
    <p:extLst>
      <p:ext uri="{BB962C8B-B14F-4D97-AF65-F5344CB8AC3E}">
        <p14:creationId xmlns:p14="http://schemas.microsoft.com/office/powerpoint/2010/main" val="12550553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C0D34-6615-4808-97F9-0DEA45E7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0CC36-CCFB-4066-B12B-6DE13F1B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0D507-5F44-4508-9C4B-E922DD4B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C7AC7-E697-4A94-B84D-112C946B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9BCAE-FED7-4F78-82DE-B50480BD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CEE5B-03A3-4F37-A06F-00A24577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物が増えるたびに置き場所を後回しにしていたことです。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6EE89C-5342-4B77-9747-689965DC74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d7e196f4f491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BECED-E801-4793-B3FC-E1C8CA98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FA947-7CBC-409A-B0CB-53975742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07 / 40</a:t>
            </a:r>
          </a:p>
        </p:txBody>
      </p:sp>
    </p:spTree>
    <p:extLst>
      <p:ext uri="{BB962C8B-B14F-4D97-AF65-F5344CB8AC3E}">
        <p14:creationId xmlns:p14="http://schemas.microsoft.com/office/powerpoint/2010/main" val="18205525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DCD3F-4075-44DC-9708-C6EAD241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C0395-6A66-41AC-9A5B-6D799AE5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82FDF-9DC9-42DF-AF4C-63B274B4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BD5A2-BB17-4BA1-A3A2-8D0F3C97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使う物は変わる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64345-AE8E-4D47-BE41-F4CBF201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67531-E5F1-40C7-B67C-EAAF744F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子どもの成長につれて、今使う物は変わりますよね。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でも、使わなくなった物と今使う物が一緒のまま、住所も決まらなければ、必要な時に探すことになります。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768F7-EB13-4C6A-81FE-23FF3E3092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c07d3f015421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12DFB-A2CE-4D58-8897-B21ACA08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2BF79-F16A-410E-AA02-3D3C6EAF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08 / 40</a:t>
            </a:r>
          </a:p>
        </p:txBody>
      </p:sp>
    </p:spTree>
    <p:extLst>
      <p:ext uri="{BB962C8B-B14F-4D97-AF65-F5344CB8AC3E}">
        <p14:creationId xmlns:p14="http://schemas.microsoft.com/office/powerpoint/2010/main" val="8687544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850C5-6A7F-4489-8CD6-20360AB5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7C8A5F-249F-4DC0-835B-0AEFCAEF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8BDD7-FA32-4BEB-AD33-0B4CD911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D67F8-7637-45CE-80CD-8A9601A7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使う物は変わる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021EA-D041-4079-832C-1B9C1A4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725FF-97C1-4AB5-B317-5748B50C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片付けても戻す先がなければ、また同じ場所に物が広がります。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B804F-137B-4BA2-9A1A-F973863CBA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d825164318439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6244C-1FBD-482C-A165-A5EC37DB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B9E64-548A-40FE-882A-6CC9AED9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09 / 40</a:t>
            </a:r>
          </a:p>
        </p:txBody>
      </p:sp>
    </p:spTree>
    <p:extLst>
      <p:ext uri="{BB962C8B-B14F-4D97-AF65-F5344CB8AC3E}">
        <p14:creationId xmlns:p14="http://schemas.microsoft.com/office/powerpoint/2010/main" val="4693182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CBD99-BBBB-42CB-9BD4-C9F70C6D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A8721-83C3-4A44-9CD3-3999935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48C34-24BF-4396-8661-2330A95D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1CF06-32CE-466D-8E26-98FE9B9F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物の住所を決める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0AB4E-A45E-46E4-B284-9E4D7BCA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85903-FEB1-45D9-ACB7-1517B16E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だから、ただ大きな収納を買う前に、今使う物を選ぶ。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種類ごとに量を見て、使う場所に住所を決める。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4DAD3-162C-4023-96BC-74C3F9C49C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f9d87db91424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8ADB4-1316-4E92-BEA1-8279D98F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D054AA-1643-4F3B-A9B6-7D6797E8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10 / 40</a:t>
            </a:r>
          </a:p>
        </p:txBody>
      </p:sp>
    </p:spTree>
    <p:extLst>
      <p:ext uri="{BB962C8B-B14F-4D97-AF65-F5344CB8AC3E}">
        <p14:creationId xmlns:p14="http://schemas.microsoft.com/office/powerpoint/2010/main" val="6636490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CBD69-6AA1-4633-AFA1-B2CFC1AE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3EB47-D0BE-48B3-95E4-7D0EE88F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68118-9A7D-47ED-B98D-EB86AE3A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300A7-E404-4743-9F52-3F9D5CF3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物の住所を決める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E1315-382B-40B8-9D22-C3796822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93AE7-C8A3-4C15-8E04-67DED21D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そして使ったら戻せるか試す。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生活が動く家ほど、この順番が大事です。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54E4C-2CC1-4919-A685-2BAD191EC0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53d8b226f493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AE6BE-868C-446E-83BB-728E82B7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7B0A4-726C-4EA9-AED3-1C9A5724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11 / 40</a:t>
            </a:r>
          </a:p>
        </p:txBody>
      </p:sp>
    </p:spTree>
    <p:extLst>
      <p:ext uri="{BB962C8B-B14F-4D97-AF65-F5344CB8AC3E}">
        <p14:creationId xmlns:p14="http://schemas.microsoft.com/office/powerpoint/2010/main" val="6778112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184C1-0A3F-4D47-A1A3-E59B7F33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3F63A-C067-410C-92EE-4C516DDC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17ACD-D490-40E0-A0C5-AA23E75B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B4687-E840-4F2D-AD0B-98369DD3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忙しい日も戻せる場所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19739-770B-481D-A277-A0A4410E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F3B01-FE6E-4BE2-8094-296D311D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たとえば、毎日使う育児用品は、毎日手が届く所へ。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もう使わない物は、そこから出す。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64C8B-C5D1-4BF0-A242-9D02A15246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1b3d2ce14400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D9AA9-EA4D-4132-BC75-3A4F9335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16ECB-EEAC-45D8-8ADF-696344DB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12 / 40</a:t>
            </a:r>
          </a:p>
        </p:txBody>
      </p:sp>
    </p:spTree>
    <p:extLst>
      <p:ext uri="{BB962C8B-B14F-4D97-AF65-F5344CB8AC3E}">
        <p14:creationId xmlns:p14="http://schemas.microsoft.com/office/powerpoint/2010/main" val="4097029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1F7B5D-F5ED-48AB-A5D4-C3F5988C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41CB7-EBD5-4DD9-8906-CCF9B266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3830B-A255-4584-B2B2-7282CBB9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AEB47-D4A8-4D35-88F2-56D5736A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忙しい日も戻せる場所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46D4D-AD4C-4901-BD98-E2369EBB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E2202-B4DC-4F43-992B-E77AAA15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置き場所を決める時は、きれいに見えるかだけでなく、「忙しい日でも戻せるか」を考えるんです。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お母さんだけが頑張らなくても回る形を目指します。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80BB2-7724-4ECD-A984-EA9B6008FE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e519eee2b4eb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C0D72-1BF6-4837-9D83-8768BBD9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F89345-F643-4B9D-BFFA-1330795A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13 / 40</a:t>
            </a:r>
          </a:p>
        </p:txBody>
      </p:sp>
    </p:spTree>
    <p:extLst>
      <p:ext uri="{BB962C8B-B14F-4D97-AF65-F5344CB8AC3E}">
        <p14:creationId xmlns:p14="http://schemas.microsoft.com/office/powerpoint/2010/main" val="13770743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EA339-ADAF-4967-8C1B-D42C6A6E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8E08E-A0DF-4D55-8E37-50A9BAB6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29B94-F2FF-4887-B1FB-BE795C18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67ADA8-6A2D-4739-8CDD-6A623241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F62DF-EBF4-4DE7-A23F-C2FD6EAD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7AAFA-079E-49E0-80CF-DCA17574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「私は片付けられない人」と決めつけていたことです。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09790-9C34-4C82-9C82-A23EF7D611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4531ab6f9446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54FAD-8D04-433C-8A63-CD6235BC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FEB502-4746-4963-8DE3-DC2EE7E7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14 / 40</a:t>
            </a:r>
          </a:p>
        </p:txBody>
      </p:sp>
    </p:spTree>
    <p:extLst>
      <p:ext uri="{BB962C8B-B14F-4D97-AF65-F5344CB8AC3E}">
        <p14:creationId xmlns:p14="http://schemas.microsoft.com/office/powerpoint/2010/main" val="21195275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7EDC6-D822-4F5D-B9AE-27145E74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0EC57-41FF-4899-BE49-64586967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BEE51-846C-40D9-9282-00F3C628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E2F7E-01C4-4D4A-9006-7BD73E69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「変われない」は事実？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4B6F8-E3DC-45DF-9DDC-91881D75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0DAFD-EF7D-4F5A-A50A-AA21ED3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この方は、昔からの癖だから変われないと思っていました。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でも、それは性格の判決ではありません。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ACCD4-10A1-40E0-9B98-EED37DA367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725058a5f4a0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C3EBC-EBEF-412E-9D31-53466CDD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888C7-1037-420D-8269-217D7034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15 / 40</a:t>
            </a:r>
          </a:p>
        </p:txBody>
      </p:sp>
    </p:spTree>
    <p:extLst>
      <p:ext uri="{BB962C8B-B14F-4D97-AF65-F5344CB8AC3E}">
        <p14:creationId xmlns:p14="http://schemas.microsoft.com/office/powerpoint/2010/main" val="20225993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E35C7-70AD-40F5-BBB4-C4CC0219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C2E7D1-C8FB-46AA-B1E8-DE059A0B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7F062-3FEE-4211-80AA-7EEFC6E5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0E580-22F4-499C-924D-02BF50F7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「変われない」は事実？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FD86B-6C53-49EA-84BA-E61B8322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05728-5DD6-4AB0-9982-8BC4C420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何を残すか迷う、戻す場所が分からない、忙しい日に元へ戻せない。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困っている行動を一つずつ見れば、変えられる部分が見えてきます。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37CFF-1625-4044-B15C-F279A1F417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2d70a3e4a413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13C37-1199-4831-9F95-6387669C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359D5A-6FA9-4696-BBDB-C8861C9C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16 / 40</a:t>
            </a:r>
          </a:p>
        </p:txBody>
      </p:sp>
    </p:spTree>
    <p:extLst>
      <p:ext uri="{BB962C8B-B14F-4D97-AF65-F5344CB8AC3E}">
        <p14:creationId xmlns:p14="http://schemas.microsoft.com/office/powerpoint/2010/main" val="15946055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FAFDD-016F-4762-A407-E7752D44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C8500-1879-4D0C-82D7-9532E480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89410-4A02-48A0-807D-A3EBB1F6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83939-8EC8-4DBE-8950-6202536C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必死に捨てていた頃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6383F-B2CB-49D1-ACFC-1DDB83F8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C47FB-AEA8-44B7-B9A0-AC1A98F7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実際、片付けを本格的に学び始める前から、まず手放しやすい物に手をつけました。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49D8E-26EC-42D2-A12C-0F96531018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8448918064f4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A02E10-C7AE-4305-A60E-7076FEF4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BE0AA-74C8-4D61-9715-AB6CE230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17 / 40</a:t>
            </a:r>
          </a:p>
        </p:txBody>
      </p:sp>
    </p:spTree>
    <p:extLst>
      <p:ext uri="{BB962C8B-B14F-4D97-AF65-F5344CB8AC3E}">
        <p14:creationId xmlns:p14="http://schemas.microsoft.com/office/powerpoint/2010/main" val="1911993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D35DA-CFE6-4D73-9B74-0977F46D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31FDE-D8C3-4D05-A25C-3C723C91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C3831-1847-4B16-8AC7-10EAA147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7BD80-BDF0-4B1F-AA32-A5C92F91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必死に捨てていた頃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920FF-C237-456B-8440-C39AFA83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93AD2-8544-4F4A-AF36-E8FAF3DF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ただ、当時の気持ちは「片付けが楽しい」より、「このままではいけない」という必死さだったと本人は振り返っています。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だから私は、捨てる勢いだけを成功の基準にしません。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F8E17-5CD4-4A67-B7A2-C3A9B7A78F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9cce74e6b640f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06BDE-D6FF-4F2D-8C4D-A56CF4BC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08CE2-8B1A-4675-A1EF-F08134B8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18 / 40</a:t>
            </a:r>
          </a:p>
        </p:txBody>
      </p:sp>
    </p:spTree>
    <p:extLst>
      <p:ext uri="{BB962C8B-B14F-4D97-AF65-F5344CB8AC3E}">
        <p14:creationId xmlns:p14="http://schemas.microsoft.com/office/powerpoint/2010/main" val="11935275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2D97F3-08A3-4688-8312-0BC6373A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E81E5-9887-4603-AAEF-28FF8E3F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8F4AC-D90D-4CE9-90BC-E3B7B7DE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BA6EB-9B2B-4B07-A6CE-5C27A13B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小さな成功を重ねる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68D5D-63ED-4679-98AD-B88A3EE4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44699-82A8-4D5C-8C53-D81E7FE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「変われない」は、事実ではなく、長く自分に言い続けてきた言葉かもしれません。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できなかった日を数えるだけでは、その思い込みは強くなります。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F51A3-DE7D-4D36-96AF-27BF9CCABE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cc4a0b9864c0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25925D-F67E-4339-82D6-1D9A8D7E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65C37-9563-4A7A-8DF8-3F0760B0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19 / 40</a:t>
            </a:r>
          </a:p>
        </p:txBody>
      </p:sp>
    </p:spTree>
    <p:extLst>
      <p:ext uri="{BB962C8B-B14F-4D97-AF65-F5344CB8AC3E}">
        <p14:creationId xmlns:p14="http://schemas.microsoft.com/office/powerpoint/2010/main" val="73045780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7DBD8-11A6-44E3-80F1-7B0344A8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B3682C-9AF4-4B85-B90A-AD3E554B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AC29D-B328-46DC-95AC-F53D7325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F2B43D-3A0F-450F-B60B-F866BC78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小さな成功を重ねる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F88F6-9395-45E1-A51E-27066001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F74C4-89A6-4D64-A7D0-22294AAF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小さくてもできた行動を見つける。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続けられるやり方に直す。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49656-3773-46EB-BC3F-4E518A2505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8560d42cb458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2431B-2DAD-4DCD-8FC7-4D4444E8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F5E0E-6251-4CBA-9D06-E88EB5A6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20 / 40</a:t>
            </a:r>
          </a:p>
        </p:txBody>
      </p:sp>
    </p:spTree>
    <p:extLst>
      <p:ext uri="{BB962C8B-B14F-4D97-AF65-F5344CB8AC3E}">
        <p14:creationId xmlns:p14="http://schemas.microsoft.com/office/powerpoint/2010/main" val="1010723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68E2D-27CB-42C2-AB05-C90361F5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D9BB2-B385-4963-88C4-4B4CA1AA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3315E-0C42-4BAF-8665-AE40268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879E9-AA17-4EC5-A702-0FBA177A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小さな成功を重ねる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D3578-63CF-41EB-A22C-26187725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77126-1982-4B21-81AA-9AAA453D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その経験が、考え方を少しずつ変えていきます。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D4829-2DDC-4DF2-9A14-8A90DD76E5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c0ce8457d438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1B6E1-B251-434E-851E-43D2B5F6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8FB0F-30A0-4A0F-BB46-294F3409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21 / 40</a:t>
            </a:r>
          </a:p>
        </p:txBody>
      </p:sp>
    </p:spTree>
    <p:extLst>
      <p:ext uri="{BB962C8B-B14F-4D97-AF65-F5344CB8AC3E}">
        <p14:creationId xmlns:p14="http://schemas.microsoft.com/office/powerpoint/2010/main" val="36259646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10BB2-241F-4842-AE1F-A29E75F5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0A8D0-FA2A-4D73-9238-8F74AF42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F5D42-21B9-4575-AD7E-1D1A80C5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BF4F14-D599-40CC-B0CD-8B883F7A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1B38F-3B71-43CA-A53C-39924F9D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BD2269-EC69-4BC4-9383-ECBFCAA6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暮らしの苦しさを「夫が変われば解決する」だけで説明していたことです。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398D8-DB01-418D-9566-F9C323DFA9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69d8195528409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47892-38D0-4712-81EC-3533BD20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ECCB1-2963-4C5E-B3A0-39EC5957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22 / 40</a:t>
            </a:r>
          </a:p>
        </p:txBody>
      </p:sp>
    </p:spTree>
    <p:extLst>
      <p:ext uri="{BB962C8B-B14F-4D97-AF65-F5344CB8AC3E}">
        <p14:creationId xmlns:p14="http://schemas.microsoft.com/office/powerpoint/2010/main" val="17674485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4D6F1-760F-4F63-8D0A-4BF0240D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1E752-8340-419B-92F1-AB60BA64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D43D0-6C5E-4DA4-9968-5C43595E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8E6957-25FC-4817-9051-930C3C0C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相手待ちで止まらない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7F9B55-2657-4813-8F19-49F50EE2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269EF-DE77-43A2-9564-A1CB175B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家事や育児の分担は、もちろん夫婦で話し合うことです。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相手に協力してほしいと伝えるのも大切。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0D3CC-7C0C-454E-A39D-661E64EE63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7679b23e44e4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12421-A698-4E8E-AAA0-AE1B250A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9D448E-16F2-4D2E-AC70-27275FD9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23 / 40</a:t>
            </a:r>
          </a:p>
        </p:txBody>
      </p:sp>
    </p:spTree>
    <p:extLst>
      <p:ext uri="{BB962C8B-B14F-4D97-AF65-F5344CB8AC3E}">
        <p14:creationId xmlns:p14="http://schemas.microsoft.com/office/powerpoint/2010/main" val="119545535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27511-8051-49D9-BA6B-192B1E92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96A22-B559-46D5-B605-E47C80FE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68B0C7-2707-4DB0-A665-FF803E5C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D635A-6E15-45EE-BA8E-97113887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相手待ちで止まらない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DDA30-5BA6-43E4-9B5A-9B3F9021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34081-A8D2-4A0C-8DB5-DAEE26A7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ただ、その話と、自分が家の中で何を選び、どう動けるようになるかは、分けて考えられます。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相手が変わるのを待つだけでは、自分の毎日を取り戻しにくいんです。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67149-98D0-416B-9179-F612B79986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655099c894af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FA07E-226F-49A1-8839-1CF34685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AAA2B-E2B9-4BBB-93D8-7AFB2E9B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24 / 40</a:t>
            </a:r>
          </a:p>
        </p:txBody>
      </p:sp>
    </p:spTree>
    <p:extLst>
      <p:ext uri="{BB962C8B-B14F-4D97-AF65-F5344CB8AC3E}">
        <p14:creationId xmlns:p14="http://schemas.microsoft.com/office/powerpoint/2010/main" val="93547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32968-DE87-4781-9B51-C1819491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6B284-4B8C-4B86-A235-A3D35231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F2566-33E5-4474-8459-05603350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71192-CA24-4CCA-B282-BE4E670D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手を借りることも選択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90CB4-1534-43EE-B6DB-8912CCE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43CD6-FD90-422F-AC4F-2FD3E558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「自分から変わる」と言うと、全部お母さんが我慢するように聞こえるかもしれません。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そうではありません。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2B99F-E4A3-422D-825D-D19596A328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7729907c44e3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BEA49-7D54-4E50-86A0-4E44F7C0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D29EF-F9CC-43C1-87E6-BF32D392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25 / 40</a:t>
            </a:r>
          </a:p>
        </p:txBody>
      </p:sp>
    </p:spTree>
    <p:extLst>
      <p:ext uri="{BB962C8B-B14F-4D97-AF65-F5344CB8AC3E}">
        <p14:creationId xmlns:p14="http://schemas.microsoft.com/office/powerpoint/2010/main" val="12336497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2F950-9C7F-496E-8D1B-C401D5CB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D7A03-C597-4232-B61E-0B6D695B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50712-3C35-4FD4-A684-BB76C146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58B24-0283-4ECF-BD8C-EC645C21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手を借りることも選択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E1CDB-F453-4931-ACCE-57722B30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B54EC4-C869-4C13-B0EE-933F187A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自分の困り事を言葉にして、手を借りることも自分で選ぶ行動です。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物の置き場所も、家族との分担も、相手を責め続ける前に、具体的に相談できる形へ変えていきます。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7EFEC4-F7FA-420C-B329-7D43A489A3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518bf84b94f0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ACEF7E-8BF9-4945-8D5B-AA42C94D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3D7BA-2E7A-4A71-B91A-BD247FF5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26 / 40</a:t>
            </a:r>
          </a:p>
        </p:txBody>
      </p:sp>
    </p:spTree>
    <p:extLst>
      <p:ext uri="{BB962C8B-B14F-4D97-AF65-F5344CB8AC3E}">
        <p14:creationId xmlns:p14="http://schemas.microsoft.com/office/powerpoint/2010/main" val="199408462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7B63F-4297-462C-8BF1-540EFF98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60621-6E33-464D-9352-DF5B0523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48B00-5887-4A83-A46A-95E592B4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F57F0-6125-4528-9686-B8D14D90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休むと決めた時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C272D-23E2-41E6-80C2-860D073F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4D06E-AA11-42CB-8F1F-8C7A8DC7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この方は片付けを進める途中で、仕事や子育てが重なり、いったん休むことを自分で決めました。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その時には、片付けてきたリビングを保つ、という目標を置いたそうです。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E86CCB-D0E3-442B-84FC-7E126DEEC5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e0e7f68124ee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4AAB9-EA23-4AE6-8ED3-0B09EB16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B9178-A6C5-4ADC-8DA4-A3B20A2D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27 / 40</a:t>
            </a:r>
          </a:p>
        </p:txBody>
      </p:sp>
    </p:spTree>
    <p:extLst>
      <p:ext uri="{BB962C8B-B14F-4D97-AF65-F5344CB8AC3E}">
        <p14:creationId xmlns:p14="http://schemas.microsoft.com/office/powerpoint/2010/main" val="80404995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E81C8-D2DF-423D-A117-40F9BDAC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74528-9350-45D2-8017-BFE8E817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FEE1C-BA20-4989-904C-8224492A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E65E1-D141-4855-AB9D-C738D949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休むと決めた時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486BA-4C43-4F8F-AD83-5005798F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2C3F2-6A9B-453F-9BEF-FC3E139F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二か月後に再開した時も、そのリビングは整ったままでした。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047FF-65C4-4A5C-9135-F2AA92F7AB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f2cd06e144bb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DDE7F-61FB-4254-AB83-E8D20AEF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FD91C-3231-4508-ADC8-B3377F96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28 / 40</a:t>
            </a:r>
          </a:p>
        </p:txBody>
      </p:sp>
    </p:spTree>
    <p:extLst>
      <p:ext uri="{BB962C8B-B14F-4D97-AF65-F5344CB8AC3E}">
        <p14:creationId xmlns:p14="http://schemas.microsoft.com/office/powerpoint/2010/main" val="22724112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4116F-2668-4DFB-ACE8-5F4DA49E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839C9-C830-4BF7-B561-8FAA6427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AD8EE-516C-45A4-A91E-440BBFE9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ACDB7-92EF-4D09-B74F-14A11DF7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毎日15分のリセット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EAC65-DAE5-4678-902D-BA5B0B503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5DF82-F893-4024-89EB-5F35A913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毎日15分のリセットを続けられたことが、本人にとって大きな転機でした。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「続けられない私」という思い込みが、「私にもできた」という実感に変わった。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E2EE0-940B-43E8-81B4-743ED5F72D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459b19e7243c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C6AE1-64C9-466B-8E26-1EC46F94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F9D84-0B85-43A3-8822-D585C535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29 / 40</a:t>
            </a:r>
          </a:p>
        </p:txBody>
      </p:sp>
    </p:spTree>
    <p:extLst>
      <p:ext uri="{BB962C8B-B14F-4D97-AF65-F5344CB8AC3E}">
        <p14:creationId xmlns:p14="http://schemas.microsoft.com/office/powerpoint/2010/main" val="156184319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208C3-25EF-4E20-A6B3-DFAC8328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7CE2F-EC8B-4A9C-908E-886C91B3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903A1-2F1A-4822-AC77-82F7A84E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D4DC1-334F-478F-83B6-52D1D1E1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毎日15分のリセット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69D5C8-B228-4730-9B8E-67F1F9B5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64258-27E5-45FE-B052-CC61A59A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無理に全部進めるのではなく、続けられる行動を自分で選んだんですね。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05A3AA-9670-4C8F-9058-636B0B12E7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590ed1a764a8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22A59-A715-4A0A-B6A0-2B28F1E2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3C2FA8-0046-41FA-B8C7-D7DB606F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30 / 40</a:t>
            </a:r>
          </a:p>
        </p:txBody>
      </p:sp>
    </p:spTree>
    <p:extLst>
      <p:ext uri="{BB962C8B-B14F-4D97-AF65-F5344CB8AC3E}">
        <p14:creationId xmlns:p14="http://schemas.microsoft.com/office/powerpoint/2010/main" val="209854089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7856F-837E-4FC9-9F50-EC350298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95A71E-27AD-427A-B6E6-48828CD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1857B-9E5C-4B62-B244-6E19CF73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E97F6-FE7B-4833-BC0F-78B01DBA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続けられた自信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CCA90-70D1-4785-9DB2-7E6702B3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75CEC-EB13-4775-8B9C-44BA4B6D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何か月も休まず全力で片付けたから変わった、という話ではないんです。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いったん立ち止まり、今守りたい場所を決めた。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86368-EDDA-4016-807C-B79D144475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a5f55a7d0495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D7D54-50BF-43CC-AA41-37DE8E0D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719A3-D766-40C5-BD3B-9D7B02C1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31 / 40</a:t>
            </a:r>
          </a:p>
        </p:txBody>
      </p:sp>
    </p:spTree>
    <p:extLst>
      <p:ext uri="{BB962C8B-B14F-4D97-AF65-F5344CB8AC3E}">
        <p14:creationId xmlns:p14="http://schemas.microsoft.com/office/powerpoint/2010/main" val="40547953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9C2A54-BAB9-4D25-B324-004FBB2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5D2BA-2888-40FD-851E-60B52092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C1DC5-A26C-4D35-BBAE-66AAC780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A609EE-8935-493A-9E5F-EE04DE40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続けられた自信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C8848-9BA1-44BF-8565-1A9B3BC4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87FFD-CED8-43B0-ACB1-E4A2867F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リビングを毎日15分整える。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その小さな実績が積み重なって、「私が決めて、私が続けられた」という自信になりました。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78A9BC-8E28-4020-9B6C-3428DD29BC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9fec30791141d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AA885-E010-4D2A-8712-A9E03228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B79BE-4EC2-4513-AFC2-E42523F9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32 / 40</a:t>
            </a:r>
          </a:p>
        </p:txBody>
      </p:sp>
    </p:spTree>
    <p:extLst>
      <p:ext uri="{BB962C8B-B14F-4D97-AF65-F5344CB8AC3E}">
        <p14:creationId xmlns:p14="http://schemas.microsoft.com/office/powerpoint/2010/main" val="106364101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30468A-549D-4312-A02B-9093FE73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BC5B0-478C-4A44-AB08-0AEA16A4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38884-6281-48DC-86D5-53225F37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38474-5C36-4FF2-B570-50A181D2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BFB7F-6547-4892-927D-331B57D6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47786-813B-4ADF-8653-CACF9BCC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その後は、物を探す時間が減り、使った物を戻しやすくなったそうです。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友人を家に招く時も、慌てて隠さず迎えられるようになった。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9631E-212D-4A73-9DD8-D8AA41E8EE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760addd6c49a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C6768-B706-40A1-BBA5-34B47F0C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9513C-7807-45A6-9C97-A5AE7793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33 / 40</a:t>
            </a:r>
          </a:p>
        </p:txBody>
      </p:sp>
    </p:spTree>
    <p:extLst>
      <p:ext uri="{BB962C8B-B14F-4D97-AF65-F5344CB8AC3E}">
        <p14:creationId xmlns:p14="http://schemas.microsoft.com/office/powerpoint/2010/main" val="10036947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EEFE4-41F1-4E4D-A325-503DCFCE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544266-3343-480C-B0F9-BEF185D5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F95E9-45EC-4044-AF14-2D5EB4DC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FFC644-271C-4108-AAE5-7E362145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C4B2D-8B3E-47B6-AF64-625A0035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B9F75-253B-47D7-8A41-92BCAA18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夫を見る目も変わり、夫が家に戻ってきたと本人は話しています。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E95D4B-0801-485C-AABB-4001868625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b367de65b466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DA9B28-4E46-4449-B94C-C77C4BED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784BB-1CDF-4DB7-9CE2-A43FF94A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34 / 40</a:t>
            </a:r>
          </a:p>
        </p:txBody>
      </p:sp>
    </p:spTree>
    <p:extLst>
      <p:ext uri="{BB962C8B-B14F-4D97-AF65-F5344CB8AC3E}">
        <p14:creationId xmlns:p14="http://schemas.microsoft.com/office/powerpoint/2010/main" val="11909565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A83F6-E57C-4EA9-9F0A-81D9E0FE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A3E9C-5E09-49A1-85FB-1B32C30E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8F5FC-3D1F-48A2-8BE8-5517FD5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A83F0-DB1B-42E4-876D-E18A122F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因果を言い切らない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60422-E2B8-4455-AB0A-10FB7B6F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4EDB4E-5A2D-4DFF-BD54-1BF7D4A1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ただ、夫婦関係の変化を「片付けだけで起きた」とは言えません。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本人が考え方を見直し、支援を受けながら、話し方や行動も変えていった。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C1ACC-D1C1-4CE5-819C-D5B63DC7C4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7ca605fd04f2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4CA8F-E658-4582-AC83-00E376D7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9BE54-1877-4F3C-AE8F-64962A8C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35 / 40</a:t>
            </a:r>
          </a:p>
        </p:txBody>
      </p:sp>
    </p:spTree>
    <p:extLst>
      <p:ext uri="{BB962C8B-B14F-4D97-AF65-F5344CB8AC3E}">
        <p14:creationId xmlns:p14="http://schemas.microsoft.com/office/powerpoint/2010/main" val="129115369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56DF2B-A450-4267-B342-864A1077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6517E-5C80-4D2E-AE53-FE796C6A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7D90E-579A-4740-870C-B0D4D803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F5C8C-9218-4908-9E4F-D163F0AF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因果を言い切らない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90903-3726-48DB-9DBF-4787F5EA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A315C-B5CA-4210-B9F0-E3D88878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その中で起きた、本人にとって大きな変化です。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CA35-70C6-4C31-9B4A-37BDBA0A46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a39c41b474c4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7E8BB-3FFD-47AF-8A4F-0AFAC0E7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BB6E3-756C-4176-B4CE-D7CABDE5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36 / 40</a:t>
            </a:r>
          </a:p>
        </p:txBody>
      </p:sp>
    </p:spTree>
    <p:extLst>
      <p:ext uri="{BB962C8B-B14F-4D97-AF65-F5344CB8AC3E}">
        <p14:creationId xmlns:p14="http://schemas.microsoft.com/office/powerpoint/2010/main" val="114118492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2648E-F829-48BE-AB01-1BF2A1D5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86564-EB44-425C-B2DD-A93FDE73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202C8-9BD6-45A6-A1C3-B70669F1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BAD95-EEF8-46E6-AF2C-C4400DF5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今日から選べる一歩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AE273-3E10-4C92-812D-839F497C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D752B-BC82-4DBE-BCC8-EB639F54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あなたも「私は変われない」「あの人が変わらないと無理」と思っていたら、まずはその前提を書き出してみてください。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そして、今日使う物の住所を一つ決め、戻す行動を小さく続ける。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53F6E-3C8D-4E3E-A698-95BC64B595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ddb52935c404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0037D-0C4C-4E5A-8830-DCBA8163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62EF1-C41A-46D8-B12A-740FD058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37 / 40</a:t>
            </a:r>
          </a:p>
        </p:txBody>
      </p:sp>
    </p:spTree>
    <p:extLst>
      <p:ext uri="{BB962C8B-B14F-4D97-AF65-F5344CB8AC3E}">
        <p14:creationId xmlns:p14="http://schemas.microsoft.com/office/powerpoint/2010/main" val="32402130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DF8C2A-6B38-4A97-89E5-936A8865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CD477-82A4-4743-8D21-E2F22F04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C1448-ACC1-4440-A761-06EB7B3C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7299F-FFD0-4ACE-81A4-57BF7D1B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今日から選べる一歩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A9A08-89AA-4E3B-9D7B-BD7D9E4A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B8830-7326-4F06-82E2-3701BB35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自分で選べる一歩から始めましょう。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D3F4E-CE3C-4328-8D28-FC5AFEA687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cbd2b508d4b7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8B802-3394-4216-B692-C7FD376A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60779-5981-4D10-9E96-2BF14267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38 / 40</a:t>
            </a:r>
          </a:p>
        </p:txBody>
      </p:sp>
    </p:spTree>
    <p:extLst>
      <p:ext uri="{BB962C8B-B14F-4D97-AF65-F5344CB8AC3E}">
        <p14:creationId xmlns:p14="http://schemas.microsoft.com/office/powerpoint/2010/main" val="185080075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830DF8-AA4E-49A5-ACF9-AB614A49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79AE8-D8B0-4FF9-AAA4-CF7232A5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BBE20-9A67-425E-A41D-54DC7FAB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960D9-2AEE-4117-BA3E-03AA26B3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9A417-2C2C-4BD2-8EE5-A47B55D4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2F68C-36CD-48F2-B025-94C50F4F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片付けの手順と一緒に、脳に残った「私には無理」という思い込みにも目を向ける。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その両方を進めるのが1秒収納です。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7F17D-8355-4236-934C-5EDC5AEE1E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24743e634142b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F483E-25C4-4CFC-A337-B10FF627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3234EE-B4F7-4091-829C-C3624794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39 / 40</a:t>
            </a:r>
          </a:p>
        </p:txBody>
      </p:sp>
    </p:spTree>
    <p:extLst>
      <p:ext uri="{BB962C8B-B14F-4D97-AF65-F5344CB8AC3E}">
        <p14:creationId xmlns:p14="http://schemas.microsoft.com/office/powerpoint/2010/main" val="89491982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173FB-8FDE-4DCB-AD1B-EF887325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A0502-93AF-470E-910D-9D9A6EBE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りょこちゃん｜読み上げ用YouTube台本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FF7FA-83A8-4826-9383-AB008695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CA583-53E8-49F6-A028-22BCEB09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341B3-D9E2-4735-AB87-710CE4D1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82833-4121-493A-B65D-FFD0E92D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物が戻る家と、自分で選べる毎日をつくりたい方は、概要欄から体験セミナーの詳細をご覧ください。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63BF6-97DB-4E98-B2E1-8791276C6E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dd41048484c6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387D68-5ABA-4FB5-9D13-C34954AD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78333-8C0B-467A-80DC-F43A5FBA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40 / 40</a:t>
            </a:r>
          </a:p>
        </p:txBody>
      </p:sp>
    </p:spTree>
    <p:extLst>
      <p:ext uri="{BB962C8B-B14F-4D97-AF65-F5344CB8AC3E}">
        <p14:creationId xmlns:p14="http://schemas.microsoft.com/office/powerpoint/2010/main" val="1032334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2026-10-20T10:16:50.8110000Z</dcterms:created>
  <dcterms:modified xsi:type="dcterms:W3CDTF">2026-10-20T10:16:50.8110000Z</dcterms:modified>
</coreProperties>
</file>