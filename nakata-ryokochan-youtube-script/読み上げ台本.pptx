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2fb97c85454ddf" /><Relationship Type="http://schemas.openxmlformats.org/officeDocument/2006/relationships/extended-properties" Target="/docProps/app.xml" Id="Rab0f4c8db5a64ebb" /><Relationship Type="http://schemas.openxmlformats.org/officeDocument/2006/relationships/officeDocument" Target="/ppt/presentation.xml" Id="Rc9f456e3ec4d41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9ca387b6434133"/>
  </p:sldMasterIdLst>
  <p:notesMasterIdLst>
    <p:notesMasterId xmlns:r="http://schemas.openxmlformats.org/officeDocument/2006/relationships" r:id="R898483d3174e45ce"/>
  </p:notesMasterIdLst>
  <p:sldIdLst>
    <p:sldId xmlns:r="http://schemas.openxmlformats.org/officeDocument/2006/relationships" id="256" r:id="Rc1633d145c0742cb"/>
    <p:sldId xmlns:r="http://schemas.openxmlformats.org/officeDocument/2006/relationships" id="257" r:id="Re881afcc8bef407b"/>
    <p:sldId xmlns:r="http://schemas.openxmlformats.org/officeDocument/2006/relationships" id="258" r:id="Rc091bf704aca4250"/>
    <p:sldId xmlns:r="http://schemas.openxmlformats.org/officeDocument/2006/relationships" id="259" r:id="R703428fa48cd4e1b"/>
    <p:sldId xmlns:r="http://schemas.openxmlformats.org/officeDocument/2006/relationships" id="260" r:id="R8c73537e8ad049eb"/>
    <p:sldId xmlns:r="http://schemas.openxmlformats.org/officeDocument/2006/relationships" id="261" r:id="Rbac4da70eb084406"/>
    <p:sldId xmlns:r="http://schemas.openxmlformats.org/officeDocument/2006/relationships" id="262" r:id="Rfe47c71636b64b50"/>
    <p:sldId xmlns:r="http://schemas.openxmlformats.org/officeDocument/2006/relationships" id="263" r:id="R7949c3120f6d49b4"/>
    <p:sldId xmlns:r="http://schemas.openxmlformats.org/officeDocument/2006/relationships" id="264" r:id="Rd9e3bae52a4e4b56"/>
    <p:sldId xmlns:r="http://schemas.openxmlformats.org/officeDocument/2006/relationships" id="265" r:id="Rd87397cd3b0d4ebc"/>
    <p:sldId xmlns:r="http://schemas.openxmlformats.org/officeDocument/2006/relationships" id="266" r:id="R3314a626d6634da5"/>
    <p:sldId xmlns:r="http://schemas.openxmlformats.org/officeDocument/2006/relationships" id="267" r:id="Rfc90c16ae8ac451c"/>
    <p:sldId xmlns:r="http://schemas.openxmlformats.org/officeDocument/2006/relationships" id="268" r:id="Rb6c7cc23870d405f"/>
    <p:sldId xmlns:r="http://schemas.openxmlformats.org/officeDocument/2006/relationships" id="269" r:id="Rf9f7019ac217463a"/>
    <p:sldId xmlns:r="http://schemas.openxmlformats.org/officeDocument/2006/relationships" id="270" r:id="R2b60fc71dd9d45f1"/>
    <p:sldId xmlns:r="http://schemas.openxmlformats.org/officeDocument/2006/relationships" id="271" r:id="R80ef9d5440334786"/>
    <p:sldId xmlns:r="http://schemas.openxmlformats.org/officeDocument/2006/relationships" id="272" r:id="R5a12018747c64440"/>
    <p:sldId xmlns:r="http://schemas.openxmlformats.org/officeDocument/2006/relationships" id="273" r:id="Re3e160ce0b674e0a"/>
    <p:sldId xmlns:r="http://schemas.openxmlformats.org/officeDocument/2006/relationships" id="274" r:id="R2ea7007af4a245a5"/>
    <p:sldId xmlns:r="http://schemas.openxmlformats.org/officeDocument/2006/relationships" id="275" r:id="Red02e6e4474d4d1e"/>
    <p:sldId xmlns:r="http://schemas.openxmlformats.org/officeDocument/2006/relationships" id="276" r:id="Refb5e95cc4d3474a"/>
    <p:sldId xmlns:r="http://schemas.openxmlformats.org/officeDocument/2006/relationships" id="277" r:id="R1df9f600c8e94d9d"/>
    <p:sldId xmlns:r="http://schemas.openxmlformats.org/officeDocument/2006/relationships" id="278" r:id="Raec8aeeb153747ca"/>
    <p:sldId xmlns:r="http://schemas.openxmlformats.org/officeDocument/2006/relationships" id="279" r:id="Ra480016d7d9e470d"/>
    <p:sldId xmlns:r="http://schemas.openxmlformats.org/officeDocument/2006/relationships" id="280" r:id="R0bd835ea149c438b"/>
    <p:sldId xmlns:r="http://schemas.openxmlformats.org/officeDocument/2006/relationships" id="281" r:id="Rd70dd1b90418446f"/>
    <p:sldId xmlns:r="http://schemas.openxmlformats.org/officeDocument/2006/relationships" id="282" r:id="R5bc03b28edab4015"/>
    <p:sldId xmlns:r="http://schemas.openxmlformats.org/officeDocument/2006/relationships" id="283" r:id="R25836ac276914e87"/>
    <p:sldId xmlns:r="http://schemas.openxmlformats.org/officeDocument/2006/relationships" id="284" r:id="R1407fd5db722434a"/>
    <p:sldId xmlns:r="http://schemas.openxmlformats.org/officeDocument/2006/relationships" id="285" r:id="Rfa7a18334a1f4885"/>
    <p:sldId xmlns:r="http://schemas.openxmlformats.org/officeDocument/2006/relationships" id="286" r:id="R79a9f3a76a374264"/>
    <p:sldId xmlns:r="http://schemas.openxmlformats.org/officeDocument/2006/relationships" id="287" r:id="R00532fe0b196464e"/>
    <p:sldId xmlns:r="http://schemas.openxmlformats.org/officeDocument/2006/relationships" id="288" r:id="Rdf2b4523500a4b5d"/>
    <p:sldId xmlns:r="http://schemas.openxmlformats.org/officeDocument/2006/relationships" id="289" r:id="R469fc1e620d24bf3"/>
    <p:sldId xmlns:r="http://schemas.openxmlformats.org/officeDocument/2006/relationships" id="290" r:id="R31ddede723a54939"/>
    <p:sldId xmlns:r="http://schemas.openxmlformats.org/officeDocument/2006/relationships" id="291" r:id="Rb88390322c3b4b95"/>
    <p:sldId xmlns:r="http://schemas.openxmlformats.org/officeDocument/2006/relationships" id="292" r:id="R930af7cb7eeb4155"/>
    <p:sldId xmlns:r="http://schemas.openxmlformats.org/officeDocument/2006/relationships" id="293" r:id="Rebfdc8bcd1bd4489"/>
    <p:sldId xmlns:r="http://schemas.openxmlformats.org/officeDocument/2006/relationships" id="294" r:id="R2244d641a5e0408f"/>
    <p:sldId xmlns:r="http://schemas.openxmlformats.org/officeDocument/2006/relationships" id="295" r:id="R4aa9f3d75e574a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bdba224e7d4f66" /><Relationship Type="http://schemas.openxmlformats.org/officeDocument/2006/relationships/slideMaster" Target="/ppt/slideMasters/slideMaster1.xml" Id="R1f9ca387b6434133" /><Relationship Type="http://schemas.openxmlformats.org/officeDocument/2006/relationships/notesMaster" Target="/ppt/notesMasters/notesMaster1.xml" Id="R898483d3174e45ce" /><Relationship Type="http://schemas.openxmlformats.org/officeDocument/2006/relationships/presProps" Target="/ppt/presProps.xml" Id="Re70d8d523a0e4836" /><Relationship Type="http://schemas.openxmlformats.org/officeDocument/2006/relationships/tableStyles" Target="/ppt/tableStyles.xml" Id="R1abceb5a2a1248e0" /><Relationship Type="http://schemas.openxmlformats.org/officeDocument/2006/relationships/slide" Target="/ppt/slides/slide1.xml" Id="Rc1633d145c0742cb" /><Relationship Type="http://schemas.openxmlformats.org/officeDocument/2006/relationships/slide" Target="/ppt/slides/slide2.xml" Id="Re881afcc8bef407b" /><Relationship Type="http://schemas.openxmlformats.org/officeDocument/2006/relationships/slide" Target="/ppt/slides/slide3.xml" Id="Rc091bf704aca4250" /><Relationship Type="http://schemas.openxmlformats.org/officeDocument/2006/relationships/slide" Target="/ppt/slides/slide4.xml" Id="R703428fa48cd4e1b" /><Relationship Type="http://schemas.openxmlformats.org/officeDocument/2006/relationships/slide" Target="/ppt/slides/slide5.xml" Id="R8c73537e8ad049eb" /><Relationship Type="http://schemas.openxmlformats.org/officeDocument/2006/relationships/slide" Target="/ppt/slides/slide6.xml" Id="Rbac4da70eb084406" /><Relationship Type="http://schemas.openxmlformats.org/officeDocument/2006/relationships/slide" Target="/ppt/slides/slide7.xml" Id="Rfe47c71636b64b50" /><Relationship Type="http://schemas.openxmlformats.org/officeDocument/2006/relationships/slide" Target="/ppt/slides/slide8.xml" Id="R7949c3120f6d49b4" /><Relationship Type="http://schemas.openxmlformats.org/officeDocument/2006/relationships/slide" Target="/ppt/slides/slide9.xml" Id="Rd9e3bae52a4e4b56" /><Relationship Type="http://schemas.openxmlformats.org/officeDocument/2006/relationships/slide" Target="/ppt/slides/slide10.xml" Id="Rd87397cd3b0d4ebc" /><Relationship Type="http://schemas.openxmlformats.org/officeDocument/2006/relationships/slide" Target="/ppt/slides/slide11.xml" Id="R3314a626d6634da5" /><Relationship Type="http://schemas.openxmlformats.org/officeDocument/2006/relationships/slide" Target="/ppt/slides/slide12.xml" Id="Rfc90c16ae8ac451c" /><Relationship Type="http://schemas.openxmlformats.org/officeDocument/2006/relationships/slide" Target="/ppt/slides/slide13.xml" Id="Rb6c7cc23870d405f" /><Relationship Type="http://schemas.openxmlformats.org/officeDocument/2006/relationships/slide" Target="/ppt/slides/slide14.xml" Id="Rf9f7019ac217463a" /><Relationship Type="http://schemas.openxmlformats.org/officeDocument/2006/relationships/slide" Target="/ppt/slides/slide15.xml" Id="R2b60fc71dd9d45f1" /><Relationship Type="http://schemas.openxmlformats.org/officeDocument/2006/relationships/slide" Target="/ppt/slides/slide16.xml" Id="R80ef9d5440334786" /><Relationship Type="http://schemas.openxmlformats.org/officeDocument/2006/relationships/slide" Target="/ppt/slides/slide17.xml" Id="R5a12018747c64440" /><Relationship Type="http://schemas.openxmlformats.org/officeDocument/2006/relationships/slide" Target="/ppt/slides/slide18.xml" Id="Re3e160ce0b674e0a" /><Relationship Type="http://schemas.openxmlformats.org/officeDocument/2006/relationships/slide" Target="/ppt/slides/slide19.xml" Id="R2ea7007af4a245a5" /><Relationship Type="http://schemas.openxmlformats.org/officeDocument/2006/relationships/slide" Target="/ppt/slides/slide20.xml" Id="Red02e6e4474d4d1e" /><Relationship Type="http://schemas.openxmlformats.org/officeDocument/2006/relationships/slide" Target="/ppt/slides/slide21.xml" Id="Refb5e95cc4d3474a" /><Relationship Type="http://schemas.openxmlformats.org/officeDocument/2006/relationships/slide" Target="/ppt/slides/slide22.xml" Id="R1df9f600c8e94d9d" /><Relationship Type="http://schemas.openxmlformats.org/officeDocument/2006/relationships/slide" Target="/ppt/slides/slide23.xml" Id="Raec8aeeb153747ca" /><Relationship Type="http://schemas.openxmlformats.org/officeDocument/2006/relationships/slide" Target="/ppt/slides/slide24.xml" Id="Ra480016d7d9e470d" /><Relationship Type="http://schemas.openxmlformats.org/officeDocument/2006/relationships/slide" Target="/ppt/slides/slide25.xml" Id="R0bd835ea149c438b" /><Relationship Type="http://schemas.openxmlformats.org/officeDocument/2006/relationships/slide" Target="/ppt/slides/slide26.xml" Id="Rd70dd1b90418446f" /><Relationship Type="http://schemas.openxmlformats.org/officeDocument/2006/relationships/slide" Target="/ppt/slides/slide27.xml" Id="R5bc03b28edab4015" /><Relationship Type="http://schemas.openxmlformats.org/officeDocument/2006/relationships/slide" Target="/ppt/slides/slide28.xml" Id="R25836ac276914e87" /><Relationship Type="http://schemas.openxmlformats.org/officeDocument/2006/relationships/slide" Target="/ppt/slides/slide29.xml" Id="R1407fd5db722434a" /><Relationship Type="http://schemas.openxmlformats.org/officeDocument/2006/relationships/slide" Target="/ppt/slides/slide30.xml" Id="Rfa7a18334a1f4885" /><Relationship Type="http://schemas.openxmlformats.org/officeDocument/2006/relationships/slide" Target="/ppt/slides/slide31.xml" Id="R79a9f3a76a374264" /><Relationship Type="http://schemas.openxmlformats.org/officeDocument/2006/relationships/slide" Target="/ppt/slides/slide32.xml" Id="R00532fe0b196464e" /><Relationship Type="http://schemas.openxmlformats.org/officeDocument/2006/relationships/slide" Target="/ppt/slides/slide33.xml" Id="Rdf2b4523500a4b5d" /><Relationship Type="http://schemas.openxmlformats.org/officeDocument/2006/relationships/slide" Target="/ppt/slides/slide34.xml" Id="R469fc1e620d24bf3" /><Relationship Type="http://schemas.openxmlformats.org/officeDocument/2006/relationships/slide" Target="/ppt/slides/slide35.xml" Id="R31ddede723a54939" /><Relationship Type="http://schemas.openxmlformats.org/officeDocument/2006/relationships/slide" Target="/ppt/slides/slide36.xml" Id="Rb88390322c3b4b95" /><Relationship Type="http://schemas.openxmlformats.org/officeDocument/2006/relationships/slide" Target="/ppt/slides/slide37.xml" Id="R930af7cb7eeb4155" /><Relationship Type="http://schemas.openxmlformats.org/officeDocument/2006/relationships/slide" Target="/ppt/slides/slide38.xml" Id="Rebfdc8bcd1bd4489" /><Relationship Type="http://schemas.openxmlformats.org/officeDocument/2006/relationships/slide" Target="/ppt/slides/slide39.xml" Id="R2244d641a5e0408f" /><Relationship Type="http://schemas.openxmlformats.org/officeDocument/2006/relationships/slide" Target="/ppt/slides/slide40.xml" Id="R4aa9f3d75e574a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62d6cead5740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9ec6da7e8e41fc" /><Relationship Type="http://schemas.openxmlformats.org/officeDocument/2006/relationships/notesMaster" Target="/ppt/notesMasters/notesMaster1.xml" Id="Rc0fdafb9cc3749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072847d3e848af" /><Relationship Type="http://schemas.openxmlformats.org/officeDocument/2006/relationships/notesMaster" Target="/ppt/notesMasters/notesMaster1.xml" Id="R8d014e56e0d740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b77d993caf4b18" /><Relationship Type="http://schemas.openxmlformats.org/officeDocument/2006/relationships/notesMaster" Target="/ppt/notesMasters/notesMaster1.xml" Id="R6fae1a70da384c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b7b4ffc18a4034" /><Relationship Type="http://schemas.openxmlformats.org/officeDocument/2006/relationships/notesMaster" Target="/ppt/notesMasters/notesMaster1.xml" Id="Rfb2aa06a3eae4d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45b9c6644b4158" /><Relationship Type="http://schemas.openxmlformats.org/officeDocument/2006/relationships/notesMaster" Target="/ppt/notesMasters/notesMaster1.xml" Id="Rbfb03d6ccf4743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9fbfeb13e9440d" /><Relationship Type="http://schemas.openxmlformats.org/officeDocument/2006/relationships/notesMaster" Target="/ppt/notesMasters/notesMaster1.xml" Id="R59a4bbf0198941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5e7b64234c4974" /><Relationship Type="http://schemas.openxmlformats.org/officeDocument/2006/relationships/notesMaster" Target="/ppt/notesMasters/notesMaster1.xml" Id="R239209a99c534e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a03811dabe4854" /><Relationship Type="http://schemas.openxmlformats.org/officeDocument/2006/relationships/notesMaster" Target="/ppt/notesMasters/notesMaster1.xml" Id="R9e092477601a43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d16bccf6ff4394" /><Relationship Type="http://schemas.openxmlformats.org/officeDocument/2006/relationships/notesMaster" Target="/ppt/notesMasters/notesMaster1.xml" Id="R9e05834a550445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ac980985314c79" /><Relationship Type="http://schemas.openxmlformats.org/officeDocument/2006/relationships/notesMaster" Target="/ppt/notesMasters/notesMaster1.xml" Id="Reeaad9ebe06f41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121c89a7fe4e3e" /><Relationship Type="http://schemas.openxmlformats.org/officeDocument/2006/relationships/notesMaster" Target="/ppt/notesMasters/notesMaster1.xml" Id="Rdc813c60e53049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d432b36b144ec5" /><Relationship Type="http://schemas.openxmlformats.org/officeDocument/2006/relationships/notesMaster" Target="/ppt/notesMasters/notesMaster1.xml" Id="Raa0468fe7d2642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b9e5ec7d0074160" /><Relationship Type="http://schemas.openxmlformats.org/officeDocument/2006/relationships/notesMaster" Target="/ppt/notesMasters/notesMaster1.xml" Id="Re2573da656a147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1c4e6fc6424803" /><Relationship Type="http://schemas.openxmlformats.org/officeDocument/2006/relationships/notesMaster" Target="/ppt/notesMasters/notesMaster1.xml" Id="Rf5ac98eb185c4c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c1f9011e6840dd" /><Relationship Type="http://schemas.openxmlformats.org/officeDocument/2006/relationships/notesMaster" Target="/ppt/notesMasters/notesMaster1.xml" Id="Rf246cbe65f6d44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438182e5da4b5c" /><Relationship Type="http://schemas.openxmlformats.org/officeDocument/2006/relationships/notesMaster" Target="/ppt/notesMasters/notesMaster1.xml" Id="R408a30029d154b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7f67f54557b4d65" /><Relationship Type="http://schemas.openxmlformats.org/officeDocument/2006/relationships/notesMaster" Target="/ppt/notesMasters/notesMaster1.xml" Id="R24ee0fb5df7142f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6872440df8949e2" /><Relationship Type="http://schemas.openxmlformats.org/officeDocument/2006/relationships/notesMaster" Target="/ppt/notesMasters/notesMaster1.xml" Id="Rb403ba32597d4f7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d4c250dc93840a0" /><Relationship Type="http://schemas.openxmlformats.org/officeDocument/2006/relationships/notesMaster" Target="/ppt/notesMasters/notesMaster1.xml" Id="Rf32c4d82900d43a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9f4907ec9b44c72" /><Relationship Type="http://schemas.openxmlformats.org/officeDocument/2006/relationships/notesMaster" Target="/ppt/notesMasters/notesMaster1.xml" Id="R671f86210f204f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e6b95bfb9743f8" /><Relationship Type="http://schemas.openxmlformats.org/officeDocument/2006/relationships/notesMaster" Target="/ppt/notesMasters/notesMaster1.xml" Id="R2b235b64002f4ec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2977e3932f54217" /><Relationship Type="http://schemas.openxmlformats.org/officeDocument/2006/relationships/notesMaster" Target="/ppt/notesMasters/notesMaster1.xml" Id="Rc21172f38844430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7de5a642bf54bb4" /><Relationship Type="http://schemas.openxmlformats.org/officeDocument/2006/relationships/notesMaster" Target="/ppt/notesMasters/notesMaster1.xml" Id="Rd5dd4de046194a8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d5d621baa5f44c8" /><Relationship Type="http://schemas.openxmlformats.org/officeDocument/2006/relationships/notesMaster" Target="/ppt/notesMasters/notesMaster1.xml" Id="R94434db21b9a4cb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df9c4d14c324f03" /><Relationship Type="http://schemas.openxmlformats.org/officeDocument/2006/relationships/notesMaster" Target="/ppt/notesMasters/notesMaster1.xml" Id="Rb1cfda8ab4ef442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73d6223114a4178" /><Relationship Type="http://schemas.openxmlformats.org/officeDocument/2006/relationships/notesMaster" Target="/ppt/notesMasters/notesMaster1.xml" Id="R99405d3c2b2b46b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fe032bdca764c91" /><Relationship Type="http://schemas.openxmlformats.org/officeDocument/2006/relationships/notesMaster" Target="/ppt/notesMasters/notesMaster1.xml" Id="Rcee93031baaf486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731227d86a4434d" /><Relationship Type="http://schemas.openxmlformats.org/officeDocument/2006/relationships/notesMaster" Target="/ppt/notesMasters/notesMaster1.xml" Id="Re5549126ea504d7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921b859b1f64f8b" /><Relationship Type="http://schemas.openxmlformats.org/officeDocument/2006/relationships/notesMaster" Target="/ppt/notesMasters/notesMaster1.xml" Id="Ra2613f725336471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80f3297ca1b425d" /><Relationship Type="http://schemas.openxmlformats.org/officeDocument/2006/relationships/notesMaster" Target="/ppt/notesMasters/notesMaster1.xml" Id="Rc85bf1e12993404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3e335264eae4135" /><Relationship Type="http://schemas.openxmlformats.org/officeDocument/2006/relationships/notesMaster" Target="/ppt/notesMasters/notesMaster1.xml" Id="R56a3f1d77ff5453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524cdb7465f4079" /><Relationship Type="http://schemas.openxmlformats.org/officeDocument/2006/relationships/notesMaster" Target="/ppt/notesMasters/notesMaster1.xml" Id="Rf2427b5d8d2f47c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5f535780fec497a" /><Relationship Type="http://schemas.openxmlformats.org/officeDocument/2006/relationships/notesMaster" Target="/ppt/notesMasters/notesMaster1.xml" Id="R64c7943544914e7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b23e954c03d472f" /><Relationship Type="http://schemas.openxmlformats.org/officeDocument/2006/relationships/notesMaster" Target="/ppt/notesMasters/notesMaster1.xml" Id="R36b9c3b1660946f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25768122e3a42dd" /><Relationship Type="http://schemas.openxmlformats.org/officeDocument/2006/relationships/notesMaster" Target="/ppt/notesMasters/notesMaster1.xml" Id="Rf119b692fe184e0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2657fe6f3dd4964" /><Relationship Type="http://schemas.openxmlformats.org/officeDocument/2006/relationships/notesMaster" Target="/ppt/notesMasters/notesMaster1.xml" Id="R289509f557f240a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d92d79f5d694eff" /><Relationship Type="http://schemas.openxmlformats.org/officeDocument/2006/relationships/notesMaster" Target="/ppt/notesMasters/notesMaster1.xml" Id="R8211324f7f664dd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e8c1c73a08745ba" /><Relationship Type="http://schemas.openxmlformats.org/officeDocument/2006/relationships/notesMaster" Target="/ppt/notesMasters/notesMaster1.xml" Id="R8362c6fd5b88423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6379c2bb2f14412" /><Relationship Type="http://schemas.openxmlformats.org/officeDocument/2006/relationships/notesMaster" Target="/ppt/notesMasters/notesMaster1.xml" Id="R1b6631196b9c48b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14f2d6da39a445f9" /><Relationship Type="http://schemas.openxmlformats.org/officeDocument/2006/relationships/notesMaster" Target="/ppt/notesMasters/notesMaster1.xml" Id="R294e355786d347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a8a0ed84fc45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09d78b3714a8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584c2a90e541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ac8ffce98a40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06e28e3d64c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9bde9833694e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394870-51D0-4875-8AE4-45B2FFE02A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E20AC1F-1B90-4D10-A8B4-10D4DFB2EA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539BA3-6A3C-400A-9814-37D964D4F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DA11F2-C77A-4714-8504-3D5819894F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9F79FB-563C-4294-B62F-E2DE5F893E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89A1DF3-2019-4CE5-AE30-28C72B63E9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F89F3C8-99ED-4767-B551-7A66F0507F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CA2C38F-6EAE-4418-84D5-686A3218AB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B0527C-253A-4E13-96ED-5A7403A551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7F8E86-5937-4D00-85D4-A557EB3BC9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2644ba61904e2e" /><Relationship Type="http://schemas.openxmlformats.org/officeDocument/2006/relationships/slideLayout" Target="/ppt/slideLayouts/slideLayout1.xml" Id="R20ec69773e98480f" /><Relationship Type="http://schemas.openxmlformats.org/officeDocument/2006/relationships/slideLayout" Target="/ppt/slideLayouts/slideLayout2.xml" Id="R8f3177a6ca534969" /><Relationship Type="http://schemas.openxmlformats.org/officeDocument/2006/relationships/slideLayout" Target="/ppt/slideLayouts/slideLayout3.xml" Id="Re34092d1cf7d425d" /><Relationship Type="http://schemas.openxmlformats.org/officeDocument/2006/relationships/slideLayout" Target="/ppt/slideLayouts/slideLayout4.xml" Id="Ra097f64b270c4760" /><Relationship Type="http://schemas.openxmlformats.org/officeDocument/2006/relationships/slideLayout" Target="/ppt/slideLayouts/slideLayout5.xml" Id="Rb22a112393dc4edf" /><Relationship Type="http://schemas.openxmlformats.org/officeDocument/2006/relationships/slideLayout" Target="/ppt/slideLayouts/slideLayout6.xml" Id="Rcd42e41dc4bc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ec69773e98480f"/>
    <p:sldLayoutId xmlns:r="http://schemas.openxmlformats.org/officeDocument/2006/relationships" id="2147483650" r:id="R8f3177a6ca534969"/>
    <p:sldLayoutId xmlns:r="http://schemas.openxmlformats.org/officeDocument/2006/relationships" id="2147483651" r:id="Re34092d1cf7d425d"/>
    <p:sldLayoutId xmlns:r="http://schemas.openxmlformats.org/officeDocument/2006/relationships" id="2147483652" r:id="Ra097f64b270c4760"/>
    <p:sldLayoutId xmlns:r="http://schemas.openxmlformats.org/officeDocument/2006/relationships" id="2147483653" r:id="Rb22a112393dc4edf"/>
    <p:sldLayoutId xmlns:r="http://schemas.openxmlformats.org/officeDocument/2006/relationships" id="2147483654" r:id="Rcd42e41dc4bc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3fd27379b44e8d" /><Relationship Type="http://schemas.openxmlformats.org/officeDocument/2006/relationships/image" Target="/ppt/media/image.jpeg" Id="R965d55bbb7944e69" /><Relationship Type="http://schemas.openxmlformats.org/officeDocument/2006/relationships/notesSlide" Target="/ppt/notesSlides/notesSlide1.xml" Id="R62c9142bf42545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08deb744374edb" /><Relationship Type="http://schemas.openxmlformats.org/officeDocument/2006/relationships/image" Target="/ppt/media/image2.jpeg" Id="Rac29e4c9be334d38" /><Relationship Type="http://schemas.openxmlformats.org/officeDocument/2006/relationships/notesSlide" Target="/ppt/notesSlides/notesSlide2.xml" Id="R7d0d9278204b4c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871c1d061e4eb5" /><Relationship Type="http://schemas.openxmlformats.org/officeDocument/2006/relationships/image" Target="/ppt/media/image3.jpeg" Id="Rf6d5634640ca4b2a" /><Relationship Type="http://schemas.openxmlformats.org/officeDocument/2006/relationships/notesSlide" Target="/ppt/notesSlides/notesSlide3.xml" Id="R31a4e501f7524c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45e01aa54cd2" /><Relationship Type="http://schemas.openxmlformats.org/officeDocument/2006/relationships/image" Target="/ppt/media/image4.jpeg" Id="R215e57a48bab43ae" /><Relationship Type="http://schemas.openxmlformats.org/officeDocument/2006/relationships/notesSlide" Target="/ppt/notesSlides/notesSlide4.xml" Id="R97ba86d2ba9643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6262afae2c4cc5" /><Relationship Type="http://schemas.openxmlformats.org/officeDocument/2006/relationships/image" Target="/ppt/media/image5.jpeg" Id="Rfe5f789e7cc644db" /><Relationship Type="http://schemas.openxmlformats.org/officeDocument/2006/relationships/notesSlide" Target="/ppt/notesSlides/notesSlide5.xml" Id="Re7b4534af37042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e046ac77c44d09" /><Relationship Type="http://schemas.openxmlformats.org/officeDocument/2006/relationships/image" Target="/ppt/media/image6.jpeg" Id="Re3ada667deb04060" /><Relationship Type="http://schemas.openxmlformats.org/officeDocument/2006/relationships/notesSlide" Target="/ppt/notesSlides/notesSlide6.xml" Id="R8a4d888800b042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3667ca86bb4f95" /><Relationship Type="http://schemas.openxmlformats.org/officeDocument/2006/relationships/image" Target="/ppt/media/image7.jpeg" Id="Rb05f709d18cc4190" /><Relationship Type="http://schemas.openxmlformats.org/officeDocument/2006/relationships/notesSlide" Target="/ppt/notesSlides/notesSlide7.xml" Id="R411456eb39f148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3a9486b004298" /><Relationship Type="http://schemas.openxmlformats.org/officeDocument/2006/relationships/image" Target="/ppt/media/image8.jpeg" Id="R56b2985e3387402e" /><Relationship Type="http://schemas.openxmlformats.org/officeDocument/2006/relationships/notesSlide" Target="/ppt/notesSlides/notesSlide8.xml" Id="R1f3c3d18501b48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9b43a54e04539" /><Relationship Type="http://schemas.openxmlformats.org/officeDocument/2006/relationships/image" Target="/ppt/media/image9.jpeg" Id="R6f0fb35d29344f78" /><Relationship Type="http://schemas.openxmlformats.org/officeDocument/2006/relationships/notesSlide" Target="/ppt/notesSlides/notesSlide9.xml" Id="Rf0a10f16e49b42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cf1c5c49e44aa1" /><Relationship Type="http://schemas.openxmlformats.org/officeDocument/2006/relationships/image" Target="/ppt/media/image10.jpeg" Id="R250dcbd5dbb04109" /><Relationship Type="http://schemas.openxmlformats.org/officeDocument/2006/relationships/notesSlide" Target="/ppt/notesSlides/notesSlide10.xml" Id="R32f1c0aad3fc45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ee420449544508" /><Relationship Type="http://schemas.openxmlformats.org/officeDocument/2006/relationships/image" Target="/ppt/media/image11.jpeg" Id="R8464ae9e3b88464c" /><Relationship Type="http://schemas.openxmlformats.org/officeDocument/2006/relationships/notesSlide" Target="/ppt/notesSlides/notesSlide11.xml" Id="Rf4905a40160e4b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0da6c3feef486b" /><Relationship Type="http://schemas.openxmlformats.org/officeDocument/2006/relationships/image" Target="/ppt/media/image12.jpeg" Id="Ra3bcaaa5a01e4d45" /><Relationship Type="http://schemas.openxmlformats.org/officeDocument/2006/relationships/notesSlide" Target="/ppt/notesSlides/notesSlide12.xml" Id="Re5f556c86d954c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5b6fd030f24924" /><Relationship Type="http://schemas.openxmlformats.org/officeDocument/2006/relationships/image" Target="/ppt/media/image13.jpeg" Id="R97b78d89f2024f7d" /><Relationship Type="http://schemas.openxmlformats.org/officeDocument/2006/relationships/notesSlide" Target="/ppt/notesSlides/notesSlide13.xml" Id="Rf5c1c7733e634a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056450d65945b0" /><Relationship Type="http://schemas.openxmlformats.org/officeDocument/2006/relationships/image" Target="/ppt/media/image14.jpeg" Id="R6b71970fd45d474c" /><Relationship Type="http://schemas.openxmlformats.org/officeDocument/2006/relationships/notesSlide" Target="/ppt/notesSlides/notesSlide14.xml" Id="R16614a41812c4f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90e3e8aa564003" /><Relationship Type="http://schemas.openxmlformats.org/officeDocument/2006/relationships/image" Target="/ppt/media/image15.jpeg" Id="Rb266a8cea0b646ea" /><Relationship Type="http://schemas.openxmlformats.org/officeDocument/2006/relationships/notesSlide" Target="/ppt/notesSlides/notesSlide15.xml" Id="Rb316187449244c2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5a1952b5114545" /><Relationship Type="http://schemas.openxmlformats.org/officeDocument/2006/relationships/image" Target="/ppt/media/image16.jpeg" Id="R15ab7a1a10d740c2" /><Relationship Type="http://schemas.openxmlformats.org/officeDocument/2006/relationships/notesSlide" Target="/ppt/notesSlides/notesSlide16.xml" Id="R9937f940c9ee4b4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c21b015ea14c9c" /><Relationship Type="http://schemas.openxmlformats.org/officeDocument/2006/relationships/image" Target="/ppt/media/image17.jpeg" Id="R3631751dca9a4c4d" /><Relationship Type="http://schemas.openxmlformats.org/officeDocument/2006/relationships/notesSlide" Target="/ppt/notesSlides/notesSlide17.xml" Id="Rd0d42a0df25149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8933d2bff04b70" /><Relationship Type="http://schemas.openxmlformats.org/officeDocument/2006/relationships/image" Target="/ppt/media/image18.jpeg" Id="Rc5ec36a782134807" /><Relationship Type="http://schemas.openxmlformats.org/officeDocument/2006/relationships/notesSlide" Target="/ppt/notesSlides/notesSlide18.xml" Id="Rc692cefdf2e04cc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4daeacebf445c" /><Relationship Type="http://schemas.openxmlformats.org/officeDocument/2006/relationships/image" Target="/ppt/media/image19.jpeg" Id="R1d655b7f189c412c" /><Relationship Type="http://schemas.openxmlformats.org/officeDocument/2006/relationships/notesSlide" Target="/ppt/notesSlides/notesSlide19.xml" Id="Raa474cc2512c43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b8ec9970a249b1" /><Relationship Type="http://schemas.openxmlformats.org/officeDocument/2006/relationships/image" Target="/ppt/media/image20.jpeg" Id="Rf64b854d96194054" /><Relationship Type="http://schemas.openxmlformats.org/officeDocument/2006/relationships/notesSlide" Target="/ppt/notesSlides/notesSlide20.xml" Id="R6b0867dba496441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bc0c79d84f48da" /><Relationship Type="http://schemas.openxmlformats.org/officeDocument/2006/relationships/image" Target="/ppt/media/image21.jpeg" Id="R87bcd372cec54bc1" /><Relationship Type="http://schemas.openxmlformats.org/officeDocument/2006/relationships/notesSlide" Target="/ppt/notesSlides/notesSlide21.xml" Id="R1874f866428f43b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15e37e354b4c01" /><Relationship Type="http://schemas.openxmlformats.org/officeDocument/2006/relationships/image" Target="/ppt/media/image22.jpeg" Id="Rfaf81eb4e86040a6" /><Relationship Type="http://schemas.openxmlformats.org/officeDocument/2006/relationships/notesSlide" Target="/ppt/notesSlides/notesSlide22.xml" Id="Rab464b66ead7441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be34494a9440a0" /><Relationship Type="http://schemas.openxmlformats.org/officeDocument/2006/relationships/image" Target="/ppt/media/image23.jpeg" Id="Rb94c300990224f83" /><Relationship Type="http://schemas.openxmlformats.org/officeDocument/2006/relationships/notesSlide" Target="/ppt/notesSlides/notesSlide23.xml" Id="Rb5adc077d7344ca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305d1a2f44e78" /><Relationship Type="http://schemas.openxmlformats.org/officeDocument/2006/relationships/image" Target="/ppt/media/image24.jpeg" Id="Ra53d7c0e466a455f" /><Relationship Type="http://schemas.openxmlformats.org/officeDocument/2006/relationships/notesSlide" Target="/ppt/notesSlides/notesSlide24.xml" Id="Ra0cae227e7fe462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ed336db94946a3" /><Relationship Type="http://schemas.openxmlformats.org/officeDocument/2006/relationships/image" Target="/ppt/media/image25.jpeg" Id="Rc7c4e8a00e674e47" /><Relationship Type="http://schemas.openxmlformats.org/officeDocument/2006/relationships/notesSlide" Target="/ppt/notesSlides/notesSlide25.xml" Id="R78874d56485e443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8274a793b944e4" /><Relationship Type="http://schemas.openxmlformats.org/officeDocument/2006/relationships/image" Target="/ppt/media/image26.jpeg" Id="R16b11254e08e4a69" /><Relationship Type="http://schemas.openxmlformats.org/officeDocument/2006/relationships/notesSlide" Target="/ppt/notesSlides/notesSlide26.xml" Id="Rfd4e8735bc244dc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d91b83259548e8" /><Relationship Type="http://schemas.openxmlformats.org/officeDocument/2006/relationships/image" Target="/ppt/media/image27.jpeg" Id="Rc59f34efbf704e39" /><Relationship Type="http://schemas.openxmlformats.org/officeDocument/2006/relationships/notesSlide" Target="/ppt/notesSlides/notesSlide27.xml" Id="R2f0f152fbf75464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970e082a434b70" /><Relationship Type="http://schemas.openxmlformats.org/officeDocument/2006/relationships/image" Target="/ppt/media/image28.jpeg" Id="R9040cc0cc9244499" /><Relationship Type="http://schemas.openxmlformats.org/officeDocument/2006/relationships/notesSlide" Target="/ppt/notesSlides/notesSlide28.xml" Id="R1fd599fe1ec642c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ba8abf8b2449c" /><Relationship Type="http://schemas.openxmlformats.org/officeDocument/2006/relationships/image" Target="/ppt/media/image29.jpeg" Id="R81a66ce397d44800" /><Relationship Type="http://schemas.openxmlformats.org/officeDocument/2006/relationships/notesSlide" Target="/ppt/notesSlides/notesSlide29.xml" Id="R09d899709da54b5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487d4b97294ffd" /><Relationship Type="http://schemas.openxmlformats.org/officeDocument/2006/relationships/image" Target="/ppt/media/image30.jpeg" Id="R570744a3803c48a1" /><Relationship Type="http://schemas.openxmlformats.org/officeDocument/2006/relationships/notesSlide" Target="/ppt/notesSlides/notesSlide30.xml" Id="Rcb148ce9b3d444b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01b504dbe8447f" /><Relationship Type="http://schemas.openxmlformats.org/officeDocument/2006/relationships/image" Target="/ppt/media/image31.jpeg" Id="R4201d3f9d1eb40fe" /><Relationship Type="http://schemas.openxmlformats.org/officeDocument/2006/relationships/notesSlide" Target="/ppt/notesSlides/notesSlide31.xml" Id="R711b7a03524d433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fccb4520834349" /><Relationship Type="http://schemas.openxmlformats.org/officeDocument/2006/relationships/image" Target="/ppt/media/image32.jpeg" Id="Rb0f90c623bef4e2d" /><Relationship Type="http://schemas.openxmlformats.org/officeDocument/2006/relationships/notesSlide" Target="/ppt/notesSlides/notesSlide32.xml" Id="Rccdc46addd414e9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121c82e874e0b" /><Relationship Type="http://schemas.openxmlformats.org/officeDocument/2006/relationships/image" Target="/ppt/media/image33.jpeg" Id="R44682698defa4b6c" /><Relationship Type="http://schemas.openxmlformats.org/officeDocument/2006/relationships/notesSlide" Target="/ppt/notesSlides/notesSlide33.xml" Id="R20a19afbb84d41f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85345f974f4cbb" /><Relationship Type="http://schemas.openxmlformats.org/officeDocument/2006/relationships/image" Target="/ppt/media/image34.jpeg" Id="R6c160b20fce947dd" /><Relationship Type="http://schemas.openxmlformats.org/officeDocument/2006/relationships/notesSlide" Target="/ppt/notesSlides/notesSlide34.xml" Id="Rcdc00988b0554ac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5550d7cf848a4" /><Relationship Type="http://schemas.openxmlformats.org/officeDocument/2006/relationships/image" Target="/ppt/media/image35.jpeg" Id="Rc8335e9b9db74518" /><Relationship Type="http://schemas.openxmlformats.org/officeDocument/2006/relationships/notesSlide" Target="/ppt/notesSlides/notesSlide35.xml" Id="Rb6bad230de8a463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7665ab416c4439" /><Relationship Type="http://schemas.openxmlformats.org/officeDocument/2006/relationships/image" Target="/ppt/media/image36.jpeg" Id="Rd817bcb4a78947f2" /><Relationship Type="http://schemas.openxmlformats.org/officeDocument/2006/relationships/notesSlide" Target="/ppt/notesSlides/notesSlide36.xml" Id="Rf4fa7f719a39438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c5d7dda2f9437f" /><Relationship Type="http://schemas.openxmlformats.org/officeDocument/2006/relationships/image" Target="/ppt/media/image37.jpeg" Id="R5811f3ab88794e9e" /><Relationship Type="http://schemas.openxmlformats.org/officeDocument/2006/relationships/notesSlide" Target="/ppt/notesSlides/notesSlide37.xml" Id="R98a470e7e3ff444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482cbbf0084418" /><Relationship Type="http://schemas.openxmlformats.org/officeDocument/2006/relationships/image" Target="/ppt/media/image38.jpeg" Id="Rb06f3a5156cc4c2f" /><Relationship Type="http://schemas.openxmlformats.org/officeDocument/2006/relationships/notesSlide" Target="/ppt/notesSlides/notesSlide38.xml" Id="R5bfa28197f3c4c2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78334c7a92450a" /><Relationship Type="http://schemas.openxmlformats.org/officeDocument/2006/relationships/image" Target="/ppt/media/image39.jpeg" Id="R6984c337506e4c76" /><Relationship Type="http://schemas.openxmlformats.org/officeDocument/2006/relationships/notesSlide" Target="/ppt/notesSlides/notesSlide39.xml" Id="Rd71f31340cd94f8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dadd7c3472420e" /><Relationship Type="http://schemas.openxmlformats.org/officeDocument/2006/relationships/image" Target="/ppt/media/image40.jpeg" Id="R008820aec64e47f5" /><Relationship Type="http://schemas.openxmlformats.org/officeDocument/2006/relationships/notesSlide" Target="/ppt/notesSlides/notesSlide40.xml" Id="Radc9b7e168144b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0A61E-878B-404E-B294-FA61893D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1928E-8F12-4949-9C25-3FF7DDAA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DD1AF-DD8E-4750-87F5-DD5D4CE5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43CD3A-6D44-4873-AB49-B239EBDC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物の住所がない毎日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88903-9114-490C-8F13-ADAAF5AA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E5247-E0BB-4EDA-B30F-65ADF426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小さな子ども二人を見ながら、家事を回す。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使う物は次々に変わるのに、物の置き場所は決まっていない。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972F1-DC08-4D44-BFAF-536A4A5088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55bbb7944e6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CAC61-541B-414E-A5E5-70669C91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0AD77-F863-468B-89AB-D9D464D0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01 / 40</a:t>
            </a:r>
          </a:p>
        </p:txBody>
      </p:sp>
    </p:spTree>
    <p:extLst>
      <p:ext uri="{BB962C8B-B14F-4D97-AF65-F5344CB8AC3E}">
        <p14:creationId xmlns:p14="http://schemas.microsoft.com/office/powerpoint/2010/main" val="10742852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DEDF3-59A4-444D-8381-D06F850F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427CE-434B-465C-8077-ECB6A672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15869-B6A8-4E8C-8867-1F349E27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C9046-A8D3-4954-945F-58C1C2DC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物の住所がない毎日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73ED6-5AD4-4758-976B-213BB222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0797B-52CE-4090-866D-49D42431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部屋のあちこちに物があり、次に何をするか考えるだけでも苦しくなる。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そんな時期を過ごした方がいました。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7F461-171E-410D-8F85-38DD804E33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29e4c9be334d3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A2740-73A1-4C43-9422-06E7E005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15883-6D02-473C-9A49-CABAC990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02 / 40</a:t>
            </a:r>
          </a:p>
        </p:txBody>
      </p:sp>
    </p:spTree>
    <p:extLst>
      <p:ext uri="{BB962C8B-B14F-4D97-AF65-F5344CB8AC3E}">
        <p14:creationId xmlns:p14="http://schemas.microsoft.com/office/powerpoint/2010/main" val="12648269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48D93-545D-4D49-A1A3-BA6FACFD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70D33D-8DBE-440D-BDAC-AE946661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832DB-4239-403F-A212-73A8CB06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88FE6-5973-4754-B2D0-DC8065CF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「夫のせい」と思っていた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3DC8E-06BA-46C0-A31C-8C7640DD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357EDF-FED2-48E1-86F0-1D51275F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この方は、「うまくいかないのは夫のせい」と思っていたと、卒論に書いています。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夫婦の言葉も態度も険しくなり、別々に暮らす時期がありました。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C64A0-3670-44BE-AE9F-DC8459F801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5634640ca4b2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44F96-2446-4B3D-8466-B6D86B6C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0518E-75BB-4FA1-9A72-7C6CD5FB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03 / 40</a:t>
            </a:r>
          </a:p>
        </p:txBody>
      </p:sp>
    </p:spTree>
    <p:extLst>
      <p:ext uri="{BB962C8B-B14F-4D97-AF65-F5344CB8AC3E}">
        <p14:creationId xmlns:p14="http://schemas.microsoft.com/office/powerpoint/2010/main" val="413996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2D161-C226-4151-833B-47F8B018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C7429-F4E2-4558-9B74-BE965626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3CE88-9A39-4958-972E-C542BEBE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E6B1F-E559-4300-9304-3DC47FCC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「夫のせい」と思っていた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463FB-9B68-48AB-A568-81060EEA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8AE7B-CE07-48EE-B11C-E00AE98D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一方で、自分には昔から片付けられない癖があるから、変われないとも思い込んでいたそうです。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DB11A-CE53-48DE-9378-9E40FECC57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e57a48bab43a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AF3C3-4362-4AB4-AC36-D2032A33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F15E7-BB18-4880-B37F-B9DDE9B2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04 / 40</a:t>
            </a:r>
          </a:p>
        </p:txBody>
      </p:sp>
    </p:spTree>
    <p:extLst>
      <p:ext uri="{BB962C8B-B14F-4D97-AF65-F5344CB8AC3E}">
        <p14:creationId xmlns:p14="http://schemas.microsoft.com/office/powerpoint/2010/main" val="1021771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219B3-30C6-4F40-989E-59B03BF9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E50CF-2773-49F3-93C5-8D5F12E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E2E28-9680-48D8-9E9F-A7F4660E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4BA83-98BA-4165-86DE-5C601A9F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負担を一人に押しつけない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C838C-FF3F-425E-93A4-E740C37C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8BE6A-632A-4F38-B7EB-AD3A6152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子育てや仕事の負担が大きい時に、気持ちの余裕がなくなるのは自然なことです。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その負担を一人で背負うべきだ、という話ではありません。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018B7-6AA3-4C8A-821A-2D831F3B96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f789e7cc644d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F55D2-F173-407F-908D-AF9B81DB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A9BCB-7379-4516-9A69-0CBEF2DD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05 / 40</a:t>
            </a:r>
          </a:p>
        </p:txBody>
      </p:sp>
    </p:spTree>
    <p:extLst>
      <p:ext uri="{BB962C8B-B14F-4D97-AF65-F5344CB8AC3E}">
        <p14:creationId xmlns:p14="http://schemas.microsoft.com/office/powerpoint/2010/main" val="20959748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030E8-AD4B-40CE-AFCC-1F21C2EF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82A88-F10F-48F1-9409-9CEDAA6E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AAED9-B1BE-4F76-8A0F-67B9F131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C0872-AFC9-4E82-871F-ED9106D2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負担を一人に押しつけない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C1D6C-27AE-4B16-87D8-E88D76FE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5C60C-8151-4F3A-AF8B-13FB632E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今日は、この方の暮らしを手がかりに、片付けと考え方のどこを変えると前へ進めるのか、三つお話しします。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60DA5-CFF2-425F-889A-4E46B7E796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da667deb0406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C85F8-DB6A-42C8-993A-1702BE29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28CB4-FD8D-43A5-8275-75347C0D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06 / 40</a:t>
            </a:r>
          </a:p>
        </p:txBody>
      </p:sp>
    </p:spTree>
    <p:extLst>
      <p:ext uri="{BB962C8B-B14F-4D97-AF65-F5344CB8AC3E}">
        <p14:creationId xmlns:p14="http://schemas.microsoft.com/office/powerpoint/2010/main" val="1519827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DCC35-9902-4C7F-8A95-E2CD5492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B628B-D3BF-452A-9118-51E1F0D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33A06-46D2-44E8-B5E7-8A89B93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C49CE-B816-4D80-865B-1A595178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7CAF66-CF7B-4AF2-B561-8F7421DE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65DEE-2DD7-499D-BB2E-AD25B354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物が増えるたびに置き場所を後回しにしていたことです。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82627-A1B0-4417-9101-AE33DF1D9B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f709d18cc419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F6A71-E990-4161-A534-B230DE4E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6FCBC-6FA9-4E0F-B8BC-8BB33370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07 / 40</a:t>
            </a:r>
          </a:p>
        </p:txBody>
      </p:sp>
    </p:spTree>
    <p:extLst>
      <p:ext uri="{BB962C8B-B14F-4D97-AF65-F5344CB8AC3E}">
        <p14:creationId xmlns:p14="http://schemas.microsoft.com/office/powerpoint/2010/main" val="6932160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D3CA0-93D6-4E4E-8525-F95CBC54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661A5-04E9-40E2-B1D2-D6A7A189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ED381-63DF-4F91-A820-1FCA0469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15577-F430-47C2-8760-70A03844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BC5E3-63BC-40D7-A847-E1AEB940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CD315-5BF5-4999-A504-D435FDAA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子どもの成長につれて、今使う物は変わりますよね。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でも、使わなくなった物と今使う物が一緒のまま、住所も決まらなければ、必要な時に探すことになります。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AF014-2472-411D-8953-736827FE7F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b2985e3387402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609ED-EF35-4432-B52A-56B4DD76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A55B1-F68E-42DC-8F6D-65D32679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08 / 40</a:t>
            </a:r>
          </a:p>
        </p:txBody>
      </p:sp>
    </p:spTree>
    <p:extLst>
      <p:ext uri="{BB962C8B-B14F-4D97-AF65-F5344CB8AC3E}">
        <p14:creationId xmlns:p14="http://schemas.microsoft.com/office/powerpoint/2010/main" val="2512112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E6223-F38A-46CD-A489-C61E421C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8F2B8-18BB-4AFF-A41E-66975622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608AD-FFB4-44E3-967D-9D0A7486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2BDAE-2BC8-465B-8F67-DE4D0DF9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1FF79-7DF8-435E-86B5-23D8A3DD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F661A-1AE2-4354-9F94-79FD26C0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片付けても戻す先がなければ、また同じ場所に物が広がります。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789F5-E267-429B-BA1D-875A6C92E2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fb35d29344f7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17B3D-655E-4762-ACF2-E183DB0F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9B7F8-4CCA-4752-B9D0-C19ECA1D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09 / 40</a:t>
            </a:r>
          </a:p>
        </p:txBody>
      </p:sp>
    </p:spTree>
    <p:extLst>
      <p:ext uri="{BB962C8B-B14F-4D97-AF65-F5344CB8AC3E}">
        <p14:creationId xmlns:p14="http://schemas.microsoft.com/office/powerpoint/2010/main" val="16910403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202C5-20A3-4176-A721-C7935766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E76DA-42F1-4852-AFA0-393DD0BB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1B09A-F9B9-409B-A459-A9EF4020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879D6-EFBA-436B-8B05-E86F5A3D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56379-1F24-4E47-BFF3-E9C64062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35523-7EBE-4F3D-98CF-83C45A6A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だから、ただ大きな収納を買う前に、今使う物を選ぶ。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種類ごとに量を見て、使う場所に住所を決める。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4FA64-A99E-473C-8269-AD8EEA0E2A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dcbd5dbb0410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33616-EA62-492B-8F98-508FCEC1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64D3D-83B6-46E3-AF14-847583D5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10 / 40</a:t>
            </a:r>
          </a:p>
        </p:txBody>
      </p:sp>
    </p:spTree>
    <p:extLst>
      <p:ext uri="{BB962C8B-B14F-4D97-AF65-F5344CB8AC3E}">
        <p14:creationId xmlns:p14="http://schemas.microsoft.com/office/powerpoint/2010/main" val="3198773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83FE6A-629B-4C6B-B6D3-25F102D4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9289C-3EB5-48E5-B6C8-D165ABE1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A787A-0876-42AE-95B3-24E711CD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FE290-B2A3-40F0-AA68-AB69969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91645-14E2-4C9A-9689-63F628E9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78D23-18B0-4B40-8865-95F0F2B5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そして使ったら戻せるか試す。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生活が動く家ほど、この順番が大事です。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D6B9-7019-4FD6-80C2-CB0EDAC4A8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4ae9e3b88464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94CF8-0CAB-4D82-94E5-51A3122D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ED8444-33EE-487F-A808-04E7E299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11 / 40</a:t>
            </a:r>
          </a:p>
        </p:txBody>
      </p:sp>
    </p:spTree>
    <p:extLst>
      <p:ext uri="{BB962C8B-B14F-4D97-AF65-F5344CB8AC3E}">
        <p14:creationId xmlns:p14="http://schemas.microsoft.com/office/powerpoint/2010/main" val="4698925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AB8C4-EA25-48B4-9D30-CA9E1E2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5DFF8-D47B-4DA9-A13B-6ECA74C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FB213-53A2-441E-93D3-951F1C01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D5EEE-44D2-4B3B-BBC1-48AA77A5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忙しい日も戻せる場所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DBBFA-6465-43AE-A178-6DC3C597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8DE30-3B6F-4D47-8570-343E9C38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たとえば、毎日使う育児用品は、毎日手が届く所へ。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もう使わない物は、そこから出す。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C93CE-AF8F-4F76-8E16-0D80912C43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caaa5a01e4d4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61CEF-43CB-4F38-99B3-580EC028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39F27-0F9B-4B2A-AF24-186078A3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12 / 40</a:t>
            </a:r>
          </a:p>
        </p:txBody>
      </p:sp>
    </p:spTree>
    <p:extLst>
      <p:ext uri="{BB962C8B-B14F-4D97-AF65-F5344CB8AC3E}">
        <p14:creationId xmlns:p14="http://schemas.microsoft.com/office/powerpoint/2010/main" val="7325207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F2EF3-8475-43DD-A1EE-FCCF1C20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AEC61-7A3E-41E0-B81C-6904BE20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F73B1-FC99-425F-8098-FFDDC749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77D45-7047-4B10-A2B6-86D375B3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忙しい日も戻せる場所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15A29-0C86-49B9-AE62-EF367948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F7C59-AA34-4A06-A96F-95D0FE06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置き場所を決める時は、きれいに見えるかだけでなく、「忙しい日でも戻せるか」を考えるんです。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お母さんだけが頑張らなくても回る形を目指します。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6680B-C3BB-430F-8171-111EA271D6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78d89f2024f7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72132-55AD-4ACB-A744-6A6B56E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7BEE2-EF78-4DC4-AC47-48FFBEC0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13 / 40</a:t>
            </a:r>
          </a:p>
        </p:txBody>
      </p:sp>
    </p:spTree>
    <p:extLst>
      <p:ext uri="{BB962C8B-B14F-4D97-AF65-F5344CB8AC3E}">
        <p14:creationId xmlns:p14="http://schemas.microsoft.com/office/powerpoint/2010/main" val="15126274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F4626-DE2A-4326-86D3-F91AE1D7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073581-0152-4C20-94E9-F5904DD7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C9CA2-6A89-411A-B64D-8CB4CA9F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61176-7797-4010-88D9-21EDA4C2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ADFA1-26C2-44CA-814F-BEA71FF6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DACC2-4AE0-4FFF-8B9D-ED628369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「私は片付けられない人」と決めつけていたことです。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D4CAC-B5C9-4356-9D20-4B5612016C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1970fd45d474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CB8E5-C974-449E-A102-07F25B69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9C747-A81A-4AA2-80D8-95F37798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14 / 40</a:t>
            </a:r>
          </a:p>
        </p:txBody>
      </p:sp>
    </p:spTree>
    <p:extLst>
      <p:ext uri="{BB962C8B-B14F-4D97-AF65-F5344CB8AC3E}">
        <p14:creationId xmlns:p14="http://schemas.microsoft.com/office/powerpoint/2010/main" val="6212648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7AD768-CB6A-4082-A4BF-69C4DEE4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4B012-F1B0-445C-B556-BEEB0DA5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9D4EB-46B2-4104-8361-A8105A09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21674-D53F-4088-96D2-8B3A797D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「変われない」は事実？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97D86-F602-4D61-8F4C-2206AF46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C0BA5-4698-48CA-8CBD-A1EB32AA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この方は、昔からの癖だから変われないと思っていました。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でも、それは性格の判決ではありません。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DF260-1F2A-4C67-BA91-F9C0CAAD45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6a8cea0b646e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A3067-CD97-4DA2-BDC2-3A14081D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FD9B7-64CC-4113-B9AE-BB385DF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15 / 40</a:t>
            </a:r>
          </a:p>
        </p:txBody>
      </p:sp>
    </p:spTree>
    <p:extLst>
      <p:ext uri="{BB962C8B-B14F-4D97-AF65-F5344CB8AC3E}">
        <p14:creationId xmlns:p14="http://schemas.microsoft.com/office/powerpoint/2010/main" val="14183181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D19DA-4F4A-4A5F-9C03-289F7E67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FADB1-063F-40FC-9AC8-21AD194C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CBB1E-E002-480C-908E-5BD460C7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070CE-1EB4-4AA4-80E4-BA8CB450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「変われない」は事実？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8559E-C6BB-449E-B885-79E4867F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886D6D-0840-48DE-81F9-274EE56F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何を残すか迷う、戻す場所が分からない、忙しい日に元へ戻せない。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困っている行動を一つずつ見れば、変えられる部分が見えてきます。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0EE2D-F8EC-4DF9-BBB2-BC2C13795D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b7a1a10d740c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B0964-1409-4559-8CDC-526D877B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7CD694-3238-498A-AA3E-001B8A1F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16 / 40</a:t>
            </a:r>
          </a:p>
        </p:txBody>
      </p:sp>
    </p:spTree>
    <p:extLst>
      <p:ext uri="{BB962C8B-B14F-4D97-AF65-F5344CB8AC3E}">
        <p14:creationId xmlns:p14="http://schemas.microsoft.com/office/powerpoint/2010/main" val="15328159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2ADF1-CD60-44AA-8359-E6818B2C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4A72D-BDE3-4CCA-80EF-BA7F6D38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C7311-4C9F-44AA-9C26-E8FF087F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7BA0F-72CE-44EA-99E6-FC97121D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必死に捨てていた頃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65C49-C97B-4A8A-A538-7F7285EF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CEA34-7FDE-4CC8-BF87-C0006E0C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実際、入塾を待つ間に、まず手放しやすい物から動き始めました。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ただ、当時の気持ちは「片付けが楽しい」より、「このままではいけない」という必死さだったと本人は振り返っています。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8AD62-D60F-4713-B304-6C14BAD653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1751dca9a4c4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A7C69-1F08-49B1-80BC-172EF63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60736-D1C5-4B7B-A99E-04853176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17 / 40</a:t>
            </a:r>
          </a:p>
        </p:txBody>
      </p:sp>
    </p:spTree>
    <p:extLst>
      <p:ext uri="{BB962C8B-B14F-4D97-AF65-F5344CB8AC3E}">
        <p14:creationId xmlns:p14="http://schemas.microsoft.com/office/powerpoint/2010/main" val="1708622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75EC8-6528-4613-A31D-932407FA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EED7E-D115-4260-908A-EE7A0DA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7E2BD-3203-4436-9EF3-2A156406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1DBCD-AA50-45CF-B0C3-06B149F1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必死に捨てていた頃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A0BED-128E-4376-95B0-D04F9B92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85F30-9766-4C99-AF73-0CF85D07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だから私は、捨てる勢いだけを成功の基準にしません。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67860-7684-4594-9971-225F0B27B5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c36a78213480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7EE82-41EC-44F2-B100-836B402A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79951-CF06-4A17-9BA9-00F2D22E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18 / 40</a:t>
            </a:r>
          </a:p>
        </p:txBody>
      </p:sp>
    </p:spTree>
    <p:extLst>
      <p:ext uri="{BB962C8B-B14F-4D97-AF65-F5344CB8AC3E}">
        <p14:creationId xmlns:p14="http://schemas.microsoft.com/office/powerpoint/2010/main" val="18540796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E6C124-CD5C-4BE7-996E-E0157266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264FEF-EE80-4A29-BC6A-AB5C12D1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7328D-2045-4A62-B07F-3B516007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9B9CD0-7D30-4639-9442-6783F368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F201A-47C6-4CBA-BF19-11DD7622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25B16-92A3-4DC3-BEA8-0CAF3C91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「変われない」は、事実ではなく、長く自分に言い続けてきた言葉かもしれません。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できなかった日を数えるだけでは、その思い込みは強くなります。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E7098-485A-4A26-976C-1744489613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55b7f189c412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E5670-CF8A-4F0C-AE8B-7DBEDEDB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76265-DE1B-40F0-AF03-CF8070B4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19 / 40</a:t>
            </a:r>
          </a:p>
        </p:txBody>
      </p:sp>
    </p:spTree>
    <p:extLst>
      <p:ext uri="{BB962C8B-B14F-4D97-AF65-F5344CB8AC3E}">
        <p14:creationId xmlns:p14="http://schemas.microsoft.com/office/powerpoint/2010/main" val="112133237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04C5C-9322-4044-B2C3-69683722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0F43C-8119-4538-AC20-827D697E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80FD6-158D-45FF-9D7A-A8E5C682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59EFA-F620-4104-8799-7B99AB3A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C6FB4-E5D2-4282-B0A0-51EF8014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BA85E-5CD0-4625-9C7E-7DC8FF71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小さくてもできた行動を見つける。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続けられるやり方に直す。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27EDE-2491-454F-8661-E8BCAB2039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b854d9619405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2D644-7F5F-4A19-A330-F691853F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E102D-1535-4FE5-BFAE-677BD02B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20 / 40</a:t>
            </a:r>
          </a:p>
        </p:txBody>
      </p:sp>
    </p:spTree>
    <p:extLst>
      <p:ext uri="{BB962C8B-B14F-4D97-AF65-F5344CB8AC3E}">
        <p14:creationId xmlns:p14="http://schemas.microsoft.com/office/powerpoint/2010/main" val="15700305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9CA1B-BEDC-40D6-87A5-A7CE03B8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0E8F8-654B-4BC0-8D8B-3C5ADCAB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7E5DD-D64C-4108-89AD-80EDABB4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EC442-B0E4-43C0-96B8-3412FA8C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F7F49-0BBC-4B74-996E-5689F891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CF688D-5523-4B11-89FA-09AA71F0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その経験が、考え方を少しずつ変えていきます。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8C9EA-78BE-481D-9AC5-2A856CDC02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cd372cec54bc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31839-489D-4033-A2CD-38CF9D9B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61993-0F13-45F8-945A-AE90A279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21 / 40</a:t>
            </a:r>
          </a:p>
        </p:txBody>
      </p:sp>
    </p:spTree>
    <p:extLst>
      <p:ext uri="{BB962C8B-B14F-4D97-AF65-F5344CB8AC3E}">
        <p14:creationId xmlns:p14="http://schemas.microsoft.com/office/powerpoint/2010/main" val="168403634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E363BB-6D88-404C-BDD2-D6E80573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7F1DF-AF7E-4889-957C-457B3E9B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8EABB-E461-452F-B841-67F46F07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5C1E3-5A31-4E58-A5EB-1DE5A696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29916-0B2F-45E6-B96A-B1F96A9A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A2AE6-47DF-487D-8C7B-B56CE6CB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暮らしの苦しさを「夫が変われば解決する」だけで説明していたことです。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6E5DA-B73C-46D4-BC91-55FBC4C0E8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81eb4e86040a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EA891-6473-49FB-A2BC-34EEA50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3217A-BECA-4CDE-8F8C-2BA30E36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22 / 40</a:t>
            </a:r>
          </a:p>
        </p:txBody>
      </p:sp>
    </p:spTree>
    <p:extLst>
      <p:ext uri="{BB962C8B-B14F-4D97-AF65-F5344CB8AC3E}">
        <p14:creationId xmlns:p14="http://schemas.microsoft.com/office/powerpoint/2010/main" val="13992967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EB1C74-3024-4AD5-B09A-77619F5D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55532-E7FE-4182-B739-6BF5FAB3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A0774-DA16-4B05-9F7A-9E0C7AFA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D164F-189C-473C-974F-2BBEAB11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相手待ちで止まらない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4E24D-5611-45EE-A9C9-3489535A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ACFD0-74AC-4819-A12C-4AF368A7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家事や育児の分担は、もちろん夫婦で話し合うことです。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相手に協力してほしいと伝えるのも大切。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BB1BE-FE0C-4712-BC12-8038112F81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c300990224f8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18D23-2535-430D-A792-C758126F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ACD243-158F-4AFA-89F2-245EFF51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23 / 40</a:t>
            </a:r>
          </a:p>
        </p:txBody>
      </p:sp>
    </p:spTree>
    <p:extLst>
      <p:ext uri="{BB962C8B-B14F-4D97-AF65-F5344CB8AC3E}">
        <p14:creationId xmlns:p14="http://schemas.microsoft.com/office/powerpoint/2010/main" val="11350102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7BEA1-A28D-4F2B-93B7-FFFFA567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73B01-6295-409E-9774-E310DBA5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A2B01-9435-4C3C-82FF-79A3F81B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9E42C-A763-4011-AB73-4C014B23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相手待ちで止まらない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08EF1-0EC0-4F7D-BBD7-F9CD96BC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2132C-0193-40CC-8F85-501CDD90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ただ、その話と、自分が家の中で何を選び、どう動けるようになるかは、分けて考えられます。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相手が変わるのを待つだけでは、自分の毎日を取り戻しにくいんです。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E39C2-8262-4BFB-BCF3-1EC9E62ECE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d7c0e466a455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868ED-5662-4DFF-977D-F32D7C4F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9B205-4B46-45F6-91EE-74F384DE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24 / 40</a:t>
            </a:r>
          </a:p>
        </p:txBody>
      </p:sp>
    </p:spTree>
    <p:extLst>
      <p:ext uri="{BB962C8B-B14F-4D97-AF65-F5344CB8AC3E}">
        <p14:creationId xmlns:p14="http://schemas.microsoft.com/office/powerpoint/2010/main" val="2864130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45603-0144-42FC-958F-310DC63B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7E0DF-1A9D-4B94-9BB0-9CB70B56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22241-35A2-4720-9695-44497DE9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E937C-EE56-4F49-B47A-A60DFA8C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手を借りることも選択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7D090-F4CA-4B8A-929A-24A00C3E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9F044-CCBE-4B40-B6F0-3A0E26D6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「自分から変わる」と言うと、全部お母さんが我慢するように聞こえるかもしれません。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そうではありません。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90A1F-D6F9-4BBF-91CC-36E4D0B640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4e8a00e674e4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38E15-86BA-45B2-9AB3-F6FA638B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5AAC6B-3147-4360-AF5C-4D0665B4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25 / 40</a:t>
            </a:r>
          </a:p>
        </p:txBody>
      </p:sp>
    </p:spTree>
    <p:extLst>
      <p:ext uri="{BB962C8B-B14F-4D97-AF65-F5344CB8AC3E}">
        <p14:creationId xmlns:p14="http://schemas.microsoft.com/office/powerpoint/2010/main" val="20476895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74A7B-79B1-4606-A2B0-D41D9C69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0C669-B6A2-46A5-B6DF-8E7648C6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2BE12-F1F6-4C16-9D7B-8E05B40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3C871-013D-45D0-9CB5-2B3FD921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手を借りることも選択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3B0B3-905F-42BC-9EC2-82F271B8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1BD75-2AEF-4EDC-8226-5C3A2AD1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自分の困り事を言葉にして、手を借りることも自分で選ぶ行動です。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物の置き場所も、家族との分担も、相手を責め続ける前に、具体的に相談できる形へ変えていきます。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E832E-88B7-4B3F-A742-6AB5B08BFE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11254e08e4a6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1AEAC-7F87-48BB-A66D-7EA61EA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4731E-D680-4355-A0BD-4FC5F46D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26 / 40</a:t>
            </a:r>
          </a:p>
        </p:txBody>
      </p:sp>
    </p:spTree>
    <p:extLst>
      <p:ext uri="{BB962C8B-B14F-4D97-AF65-F5344CB8AC3E}">
        <p14:creationId xmlns:p14="http://schemas.microsoft.com/office/powerpoint/2010/main" val="44168577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1C245-FE69-4E07-8066-C501C348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D09A5-C904-4621-B9E8-72A46142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53396-8C35-4502-8E57-2FB23933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8BE99-1F80-4E4A-9DF1-8A4E8373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休むと決めた時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7F6C2-125D-47FB-8601-0882CB53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18B83-F50C-4AEC-8B31-FF016BCA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この方は片付けを進める途中で、仕事や子育てが重なり、いったん休むことを自分で決めました。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その時には、片付けてきたリビングを保つ、という目標を置いたそうです。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31634-5393-4314-9B71-759850AD94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f34efbf704e3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99A60-8E14-4AA8-A92B-191F9B6C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71259-B2F7-4F63-8601-315D05FE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27 / 40</a:t>
            </a:r>
          </a:p>
        </p:txBody>
      </p:sp>
    </p:spTree>
    <p:extLst>
      <p:ext uri="{BB962C8B-B14F-4D97-AF65-F5344CB8AC3E}">
        <p14:creationId xmlns:p14="http://schemas.microsoft.com/office/powerpoint/2010/main" val="18696255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D4408-570D-47E4-B5C0-2EEA1C92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36A16-5BC4-40B5-B0AF-BFEE3DD2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8E91F3-69D1-42E6-869D-33A94A63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002DC-3006-4F14-A5A6-62EC4103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休むと決めた時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74BDB-DDC6-485D-8F6C-96B90D37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FE0D4-6416-4BB5-8FC2-E62638B5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二か月後に再開した時も、そのリビングは整ったままでした。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6EF53-1B7B-426C-B8D9-9700D05C00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0cc0cc924449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3A274-4854-4EAE-8AA3-818146E7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8BCE4-F68E-46A2-8EFA-B149A1A2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28 / 40</a:t>
            </a:r>
          </a:p>
        </p:txBody>
      </p:sp>
    </p:spTree>
    <p:extLst>
      <p:ext uri="{BB962C8B-B14F-4D97-AF65-F5344CB8AC3E}">
        <p14:creationId xmlns:p14="http://schemas.microsoft.com/office/powerpoint/2010/main" val="8282366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00506-7E8F-4AF8-A8E6-F0CC6F8A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1B221-46FE-4FC3-A926-623A1E3F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94129-FAA0-4956-9B1A-C2B61255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30FAA-AB4D-4B7D-98FA-E6E766A5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2C0F7-6500-4068-8C55-DF11A92D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2A9AC-1C51-41E2-BE66-ABAF91CE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毎日15分のリセットを続けられたことを、本人は大きな転機として書いています。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「続けられない私」という思い込みが、「私にもできた」という実感に変わった。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EAF05-629D-4476-A8E9-A27EA66DC7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a66ce397d4480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91110-F878-412E-A3D0-2E58F1D2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A6E1E-8304-4F9C-805A-A0D12BF6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29 / 40</a:t>
            </a:r>
          </a:p>
        </p:txBody>
      </p:sp>
    </p:spTree>
    <p:extLst>
      <p:ext uri="{BB962C8B-B14F-4D97-AF65-F5344CB8AC3E}">
        <p14:creationId xmlns:p14="http://schemas.microsoft.com/office/powerpoint/2010/main" val="47133606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08444-8B9B-4A87-B1DC-C46BD86F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C2E68-87E1-4671-872B-DF0D8002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AC401-BC17-4B58-8FA4-3D00726C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D23F2-AA40-4E33-8A8C-40C6263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B399E-CF41-4DFA-91D5-612EE304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D2661-5B66-413A-9E02-1EE80045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無理に全部進めるのではなく、続けられる行動を自分で選んだんですね。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531032-D909-4FC0-AB97-8531C119F0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744a3803c48a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0BDB8-6295-4CAC-870A-7019AA15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C7CEF-5CBF-48FD-9C16-A434B507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30 / 40</a:t>
            </a:r>
          </a:p>
        </p:txBody>
      </p:sp>
    </p:spTree>
    <p:extLst>
      <p:ext uri="{BB962C8B-B14F-4D97-AF65-F5344CB8AC3E}">
        <p14:creationId xmlns:p14="http://schemas.microsoft.com/office/powerpoint/2010/main" val="29477208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C2CDD-21AB-4CA9-9B89-076C6BF1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02895-4F06-43E5-9924-8433DF6A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96BE7F-EEFF-4C67-84F1-62476CDC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891B6-A14B-45CD-8FE1-5C8B5BFE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続けられた自信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AD8F5-9F2D-4CD1-BA9C-B0C88DC7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CB2B3-39F9-4839-8742-693A4B8E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何か月も休まず全力で片付けたから変わった、という話ではないんです。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いったん立ち止まり、今守りたい場所を決めた。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34301-515D-4168-A3C6-6951B61608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1d3f9d1eb40f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BDB42C-8350-4ED2-A4EC-3E063D28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48F21-EB54-479A-AFE1-FA79D86F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31 / 40</a:t>
            </a:r>
          </a:p>
        </p:txBody>
      </p:sp>
    </p:spTree>
    <p:extLst>
      <p:ext uri="{BB962C8B-B14F-4D97-AF65-F5344CB8AC3E}">
        <p14:creationId xmlns:p14="http://schemas.microsoft.com/office/powerpoint/2010/main" val="20106178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E5C62-916F-417D-86F8-C8CD23DD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2506B-C70F-4516-A36A-7C994B41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7F544-80AF-442E-87FC-4D876D8B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02BFE-B3D8-4F7E-8267-147C561A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続けられた自信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1902A-9A95-4DFD-A7CA-500B05C9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A056A-C773-4DCD-A3DE-C69C351F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リビングを毎日15分整える。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その小さな実績が積み重なって、「私が決めて、私が続けられた」という自信になりました。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47AE3-2BBD-434F-ABC2-67C534D4C8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90c623bef4e2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ECC45-917A-4562-9206-2B3179FC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7F35B-63D4-4891-B42C-32351AC2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32 / 40</a:t>
            </a:r>
          </a:p>
        </p:txBody>
      </p:sp>
    </p:spTree>
    <p:extLst>
      <p:ext uri="{BB962C8B-B14F-4D97-AF65-F5344CB8AC3E}">
        <p14:creationId xmlns:p14="http://schemas.microsoft.com/office/powerpoint/2010/main" val="93581405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6F329-16B4-44DB-BB9D-67A06FA2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7B773-B013-4571-B4E7-890B4A65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17D47-AF19-40FE-9C66-085F6186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5DAE7-8C54-4487-93A2-929DC78E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888C1-A8F6-4124-AEA6-AACF68BC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C6EEB-2AF7-4EB4-88C6-B8238A8B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その後の卒論には、物を探す時間が減り、使った物を戻しやすくなったことが書かれています。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友人を家に招く時も、慌てて隠さず迎えられるようになったそうです。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5DCD5-94F1-4F6E-8190-D15103B63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82698defa4b6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C1C10-26FF-48DF-8459-F350B28B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5CB91B-4956-47BA-81F8-30FF1357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33 / 40</a:t>
            </a:r>
          </a:p>
        </p:txBody>
      </p:sp>
    </p:spTree>
    <p:extLst>
      <p:ext uri="{BB962C8B-B14F-4D97-AF65-F5344CB8AC3E}">
        <p14:creationId xmlns:p14="http://schemas.microsoft.com/office/powerpoint/2010/main" val="20644737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7ACA4-D033-4F15-ACF5-F92E0491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46C08-ED41-4369-A952-5FB84289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3C335-EF86-4F6B-924F-630FCC6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29357-556D-4EFD-84EC-B4AB1A81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23739-24B0-4017-B20A-58BB8CE3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67B40-7483-4C5D-AB95-8A49F764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夫を見る目も変わり、夫が家に戻ってきたと本人は報告しています。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47DB8-9E4B-41D9-A1E6-1DA3034FE1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60b20fce947d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CEC62-942F-4551-B307-43641946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3CA11-4359-4C24-B29E-F7364EBC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34 / 40</a:t>
            </a:r>
          </a:p>
        </p:txBody>
      </p:sp>
    </p:spTree>
    <p:extLst>
      <p:ext uri="{BB962C8B-B14F-4D97-AF65-F5344CB8AC3E}">
        <p14:creationId xmlns:p14="http://schemas.microsoft.com/office/powerpoint/2010/main" val="9441556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5526A-1C5C-48FE-BDD9-1201493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6682E-D4E1-45DD-A01E-DB066929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4F5F6-C099-48B9-B628-B9BA427B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F58E7F-8F74-4F0F-95F8-BBAABF6B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因果を言い切らない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B9E67-EBDB-4D83-80B0-0D32415F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C65A6B-5F73-4F9C-BFF5-5ACAAF2C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ただ、夫婦関係の変化を「片付けだけで起きた」とは言えません。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本人が考え方を見直し、支援を受けながら、話し方や行動も変えていった。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0B8BD-B6D2-4B88-A564-FBC0B9FA7C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35e9b9db7451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BFED5-8C8B-420E-ACA4-2BAD0461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DFBA5-4C40-4800-B74C-9C97308C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35 / 40</a:t>
            </a:r>
          </a:p>
        </p:txBody>
      </p:sp>
    </p:spTree>
    <p:extLst>
      <p:ext uri="{BB962C8B-B14F-4D97-AF65-F5344CB8AC3E}">
        <p14:creationId xmlns:p14="http://schemas.microsoft.com/office/powerpoint/2010/main" val="129960911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F1200C-24BC-4B6F-A396-E0B8A208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57126-B239-4BF3-9184-13C2271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70C0A-E844-41F5-8AD0-2CE3846C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37806-5F76-469A-AD5D-27CEDC4B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因果を言い切らない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85DDC-BE8A-4306-9A40-0B5A467D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61064-D736-4629-82B1-82241DDE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その中で起きた、本人にとって大きな変化です。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7FAC4-F6A2-473B-AF0E-4C6AF9C7BF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7bcb4a78947f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ED639-2726-4063-9131-D664087A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BDEFF-B94C-43ED-8940-0FB65191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36 / 40</a:t>
            </a:r>
          </a:p>
        </p:txBody>
      </p:sp>
    </p:spTree>
    <p:extLst>
      <p:ext uri="{BB962C8B-B14F-4D97-AF65-F5344CB8AC3E}">
        <p14:creationId xmlns:p14="http://schemas.microsoft.com/office/powerpoint/2010/main" val="14422928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FD3F5-59A0-4D41-85FF-A013DDC9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EA7D8-BFF9-46D8-8AEE-584BC0A0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7ACE6-F24E-44A9-8271-08390B04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E258F-5D55-4A4E-ADA9-1D8DB4A7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今日から選べる一歩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F50E8-8B40-40E6-8537-A0F650B7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1DC42-0618-4476-A226-7B5B28CD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あなたも「私は変われない」「あの人が変わらないと無理」と思っていたら、まずはその前提を書き出してみてください。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そして、今日使う物の住所を一つ決め、戻す行動を小さく続ける。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9BC02-F0D0-41EB-93C0-739BD83ED1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1f3ab88794e9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EE6CF-B8D7-4208-BA04-069C0E25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9EADF-B413-4BA3-9087-C17D1313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37 / 40</a:t>
            </a:r>
          </a:p>
        </p:txBody>
      </p:sp>
    </p:spTree>
    <p:extLst>
      <p:ext uri="{BB962C8B-B14F-4D97-AF65-F5344CB8AC3E}">
        <p14:creationId xmlns:p14="http://schemas.microsoft.com/office/powerpoint/2010/main" val="161056603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5EF86-EF7E-4FF3-96B8-6FAAC0A2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9231B5-42CD-4C17-B439-CEE6040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93DBE-CF57-4B3A-A54E-2A44EE9E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9D7E9-E252-4600-ABCF-A728FB33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今日から選べる一歩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21653-E6AC-4027-B88F-6DC72490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77BDFF-C83F-405D-B34A-A8C6376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自分で選べる一歩から始めましょう。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70CA3-B0C6-4048-829E-8A830485DB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f3a5156cc4c2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0DDD1-D8AC-4FCA-A1D4-D33C78B8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38B59-76BF-441D-B571-CD0188A7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38 / 40</a:t>
            </a:r>
          </a:p>
        </p:txBody>
      </p:sp>
    </p:spTree>
    <p:extLst>
      <p:ext uri="{BB962C8B-B14F-4D97-AF65-F5344CB8AC3E}">
        <p14:creationId xmlns:p14="http://schemas.microsoft.com/office/powerpoint/2010/main" val="106048778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887AD-824C-4194-9A8F-98841FF5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71C69-A6FE-41FA-80A3-04D10600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74A78A-D0D1-4C0E-A50E-89074E84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5B21A-6C55-4281-BDD4-57C214CE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6546D-D7F9-45A0-BF89-17E052C0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7EC3D-7395-440C-8BDE-2A730D38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片付けの手順と一緒に、脳に残った「私には無理」という思い込みにも目を向ける。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その両方を進めるのが1秒収納です。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DE423-5720-4DD9-9C42-6BEBCE1D64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4c337506e4c7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4750F-9407-4E87-B59F-327091C8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61783-F8D8-4E9F-9183-9448CC40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39 / 40</a:t>
            </a:r>
          </a:p>
        </p:txBody>
      </p:sp>
    </p:spTree>
    <p:extLst>
      <p:ext uri="{BB962C8B-B14F-4D97-AF65-F5344CB8AC3E}">
        <p14:creationId xmlns:p14="http://schemas.microsoft.com/office/powerpoint/2010/main" val="153639256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8C6BD-630C-413C-9BF8-BF839817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24F2D-D06A-4A99-A148-4559575E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6C7BA-FDB2-410F-BEC1-B59799EF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A07B-3F97-4632-BB72-536DAE4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D11B3-8856-4B18-AF0E-3E19C4B5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005B1-FC4C-45CC-808D-7346E28C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物が戻る家と、自分で選べる毎日をつくりたい方は、概要欄から体験セミナーの詳細をご覧ください。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EA8C5-627D-4F5A-96EE-A1FD22385F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820aec64e47f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4C04D-1136-4787-88CA-569D986B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D45DB-0EB0-47C0-9BBD-7CE9EF58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40 / 40</a:t>
            </a:r>
          </a:p>
        </p:txBody>
      </p:sp>
    </p:spTree>
    <p:extLst>
      <p:ext uri="{BB962C8B-B14F-4D97-AF65-F5344CB8AC3E}">
        <p14:creationId xmlns:p14="http://schemas.microsoft.com/office/powerpoint/2010/main" val="3542939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2026-10-20T09:21:51.3800000Z</dcterms:created>
  <dcterms:modified xsi:type="dcterms:W3CDTF">2026-10-20T09:21:51.3800000Z</dcterms:modified>
</coreProperties>
</file>