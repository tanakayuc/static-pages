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800a8538af4deb" /><Relationship Type="http://schemas.openxmlformats.org/officeDocument/2006/relationships/extended-properties" Target="/docProps/app.xml" Id="R6a3772356f054f9a" /><Relationship Type="http://schemas.openxmlformats.org/officeDocument/2006/relationships/officeDocument" Target="/ppt/presentation.xml" Id="R50b279ee5c54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dfd0471ef457b"/>
  </p:sldMasterIdLst>
  <p:notesMasterIdLst>
    <p:notesMasterId xmlns:r="http://schemas.openxmlformats.org/officeDocument/2006/relationships" r:id="R73ed5936f04d4428"/>
  </p:notesMasterIdLst>
  <p:sldIdLst>
    <p:sldId xmlns:r="http://schemas.openxmlformats.org/officeDocument/2006/relationships" id="256" r:id="Rdeae59dc978d4d75"/>
    <p:sldId xmlns:r="http://schemas.openxmlformats.org/officeDocument/2006/relationships" id="257" r:id="R6437b7ef439643af"/>
    <p:sldId xmlns:r="http://schemas.openxmlformats.org/officeDocument/2006/relationships" id="258" r:id="R2773a637eadb40eb"/>
    <p:sldId xmlns:r="http://schemas.openxmlformats.org/officeDocument/2006/relationships" id="259" r:id="Ra738b91d5e8e4c2c"/>
    <p:sldId xmlns:r="http://schemas.openxmlformats.org/officeDocument/2006/relationships" id="260" r:id="Rda96efe623c64a6d"/>
    <p:sldId xmlns:r="http://schemas.openxmlformats.org/officeDocument/2006/relationships" id="261" r:id="R8fa6dbec6c964288"/>
    <p:sldId xmlns:r="http://schemas.openxmlformats.org/officeDocument/2006/relationships" id="262" r:id="Rbb5081d801874599"/>
    <p:sldId xmlns:r="http://schemas.openxmlformats.org/officeDocument/2006/relationships" id="263" r:id="Rad3f53dfb2534749"/>
    <p:sldId xmlns:r="http://schemas.openxmlformats.org/officeDocument/2006/relationships" id="264" r:id="Re64a7b6b92a847b0"/>
    <p:sldId xmlns:r="http://schemas.openxmlformats.org/officeDocument/2006/relationships" id="265" r:id="Rbd81ca289ceb4fee"/>
    <p:sldId xmlns:r="http://schemas.openxmlformats.org/officeDocument/2006/relationships" id="266" r:id="R9624de4eb0064630"/>
    <p:sldId xmlns:r="http://schemas.openxmlformats.org/officeDocument/2006/relationships" id="267" r:id="Re31638400e694c72"/>
    <p:sldId xmlns:r="http://schemas.openxmlformats.org/officeDocument/2006/relationships" id="268" r:id="R6c19348647674c97"/>
    <p:sldId xmlns:r="http://schemas.openxmlformats.org/officeDocument/2006/relationships" id="269" r:id="R34e240028277416e"/>
    <p:sldId xmlns:r="http://schemas.openxmlformats.org/officeDocument/2006/relationships" id="270" r:id="Rc0c826715a1748cc"/>
    <p:sldId xmlns:r="http://schemas.openxmlformats.org/officeDocument/2006/relationships" id="271" r:id="R02f6d65458e04967"/>
    <p:sldId xmlns:r="http://schemas.openxmlformats.org/officeDocument/2006/relationships" id="272" r:id="R502cd54fee014766"/>
    <p:sldId xmlns:r="http://schemas.openxmlformats.org/officeDocument/2006/relationships" id="273" r:id="R690e745629b842ca"/>
    <p:sldId xmlns:r="http://schemas.openxmlformats.org/officeDocument/2006/relationships" id="274" r:id="R5f6b429fb24747ce"/>
    <p:sldId xmlns:r="http://schemas.openxmlformats.org/officeDocument/2006/relationships" id="275" r:id="Ra3aec6ff846d4d40"/>
    <p:sldId xmlns:r="http://schemas.openxmlformats.org/officeDocument/2006/relationships" id="276" r:id="Ra7f7f4e1bb374df2"/>
    <p:sldId xmlns:r="http://schemas.openxmlformats.org/officeDocument/2006/relationships" id="277" r:id="R36dfc4ade41f4b7b"/>
    <p:sldId xmlns:r="http://schemas.openxmlformats.org/officeDocument/2006/relationships" id="278" r:id="R3e0d45acaa1c462f"/>
    <p:sldId xmlns:r="http://schemas.openxmlformats.org/officeDocument/2006/relationships" id="279" r:id="Rc7e1b73838894423"/>
    <p:sldId xmlns:r="http://schemas.openxmlformats.org/officeDocument/2006/relationships" id="280" r:id="Rb08c696893224bf9"/>
    <p:sldId xmlns:r="http://schemas.openxmlformats.org/officeDocument/2006/relationships" id="281" r:id="R705fb64a8d51418e"/>
    <p:sldId xmlns:r="http://schemas.openxmlformats.org/officeDocument/2006/relationships" id="282" r:id="Rd4b352f8266f4967"/>
    <p:sldId xmlns:r="http://schemas.openxmlformats.org/officeDocument/2006/relationships" id="283" r:id="R4ea77dde34584195"/>
    <p:sldId xmlns:r="http://schemas.openxmlformats.org/officeDocument/2006/relationships" id="284" r:id="R30dae06ad25b405a"/>
    <p:sldId xmlns:r="http://schemas.openxmlformats.org/officeDocument/2006/relationships" id="285" r:id="Racc9b39e0bbe40e8"/>
    <p:sldId xmlns:r="http://schemas.openxmlformats.org/officeDocument/2006/relationships" id="286" r:id="R77d61455b1a84069"/>
    <p:sldId xmlns:r="http://schemas.openxmlformats.org/officeDocument/2006/relationships" id="287" r:id="R71b2de42a2e947e9"/>
    <p:sldId xmlns:r="http://schemas.openxmlformats.org/officeDocument/2006/relationships" id="288" r:id="Rfbf6893119044fdd"/>
    <p:sldId xmlns:r="http://schemas.openxmlformats.org/officeDocument/2006/relationships" id="289" r:id="R26604b63c7ee4ae7"/>
    <p:sldId xmlns:r="http://schemas.openxmlformats.org/officeDocument/2006/relationships" id="290" r:id="R008c5dc241f54c1b"/>
    <p:sldId xmlns:r="http://schemas.openxmlformats.org/officeDocument/2006/relationships" id="291" r:id="Rb925d791fddf42dc"/>
    <p:sldId xmlns:r="http://schemas.openxmlformats.org/officeDocument/2006/relationships" id="292" r:id="R18348ca683a14da4"/>
    <p:sldId xmlns:r="http://schemas.openxmlformats.org/officeDocument/2006/relationships" id="293" r:id="Recbab73d123a4fdc"/>
    <p:sldId xmlns:r="http://schemas.openxmlformats.org/officeDocument/2006/relationships" id="294" r:id="R07a8fb3aab1f41f3"/>
    <p:sldId xmlns:r="http://schemas.openxmlformats.org/officeDocument/2006/relationships" id="295" r:id="R196091fed883472c"/>
    <p:sldId xmlns:r="http://schemas.openxmlformats.org/officeDocument/2006/relationships" id="296" r:id="R3ce1ad4c3c8c4c4b"/>
    <p:sldId xmlns:r="http://schemas.openxmlformats.org/officeDocument/2006/relationships" id="297" r:id="Rf70d2d66b9184dc6"/>
    <p:sldId xmlns:r="http://schemas.openxmlformats.org/officeDocument/2006/relationships" id="298" r:id="Radd6afc9757949e7"/>
    <p:sldId xmlns:r="http://schemas.openxmlformats.org/officeDocument/2006/relationships" id="299" r:id="R5ba5fd4f71c2474d"/>
    <p:sldId xmlns:r="http://schemas.openxmlformats.org/officeDocument/2006/relationships" id="300" r:id="Ra31a1cc95faf406f"/>
    <p:sldId xmlns:r="http://schemas.openxmlformats.org/officeDocument/2006/relationships" id="301" r:id="Rdfdb16a30d864b09"/>
    <p:sldId xmlns:r="http://schemas.openxmlformats.org/officeDocument/2006/relationships" id="302" r:id="R7b7cb4a0620b43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ba1fcc9104483" /><Relationship Type="http://schemas.openxmlformats.org/officeDocument/2006/relationships/slideMaster" Target="/ppt/slideMasters/slideMaster1.xml" Id="Rd11dfd0471ef457b" /><Relationship Type="http://schemas.openxmlformats.org/officeDocument/2006/relationships/notesMaster" Target="/ppt/notesMasters/notesMaster1.xml" Id="R73ed5936f04d4428" /><Relationship Type="http://schemas.openxmlformats.org/officeDocument/2006/relationships/presProps" Target="/ppt/presProps.xml" Id="R52895cd3a00246c3" /><Relationship Type="http://schemas.openxmlformats.org/officeDocument/2006/relationships/tableStyles" Target="/ppt/tableStyles.xml" Id="R44d4d65906b14b74" /><Relationship Type="http://schemas.openxmlformats.org/officeDocument/2006/relationships/slide" Target="/ppt/slides/slide1.xml" Id="Rdeae59dc978d4d75" /><Relationship Type="http://schemas.openxmlformats.org/officeDocument/2006/relationships/slide" Target="/ppt/slides/slide2.xml" Id="R6437b7ef439643af" /><Relationship Type="http://schemas.openxmlformats.org/officeDocument/2006/relationships/slide" Target="/ppt/slides/slide3.xml" Id="R2773a637eadb40eb" /><Relationship Type="http://schemas.openxmlformats.org/officeDocument/2006/relationships/slide" Target="/ppt/slides/slide4.xml" Id="Ra738b91d5e8e4c2c" /><Relationship Type="http://schemas.openxmlformats.org/officeDocument/2006/relationships/slide" Target="/ppt/slides/slide5.xml" Id="Rda96efe623c64a6d" /><Relationship Type="http://schemas.openxmlformats.org/officeDocument/2006/relationships/slide" Target="/ppt/slides/slide6.xml" Id="R8fa6dbec6c964288" /><Relationship Type="http://schemas.openxmlformats.org/officeDocument/2006/relationships/slide" Target="/ppt/slides/slide7.xml" Id="Rbb5081d801874599" /><Relationship Type="http://schemas.openxmlformats.org/officeDocument/2006/relationships/slide" Target="/ppt/slides/slide8.xml" Id="Rad3f53dfb2534749" /><Relationship Type="http://schemas.openxmlformats.org/officeDocument/2006/relationships/slide" Target="/ppt/slides/slide9.xml" Id="Re64a7b6b92a847b0" /><Relationship Type="http://schemas.openxmlformats.org/officeDocument/2006/relationships/slide" Target="/ppt/slides/slide10.xml" Id="Rbd81ca289ceb4fee" /><Relationship Type="http://schemas.openxmlformats.org/officeDocument/2006/relationships/slide" Target="/ppt/slides/slide11.xml" Id="R9624de4eb0064630" /><Relationship Type="http://schemas.openxmlformats.org/officeDocument/2006/relationships/slide" Target="/ppt/slides/slide12.xml" Id="Re31638400e694c72" /><Relationship Type="http://schemas.openxmlformats.org/officeDocument/2006/relationships/slide" Target="/ppt/slides/slide13.xml" Id="R6c19348647674c97" /><Relationship Type="http://schemas.openxmlformats.org/officeDocument/2006/relationships/slide" Target="/ppt/slides/slide14.xml" Id="R34e240028277416e" /><Relationship Type="http://schemas.openxmlformats.org/officeDocument/2006/relationships/slide" Target="/ppt/slides/slide15.xml" Id="Rc0c826715a1748cc" /><Relationship Type="http://schemas.openxmlformats.org/officeDocument/2006/relationships/slide" Target="/ppt/slides/slide16.xml" Id="R02f6d65458e04967" /><Relationship Type="http://schemas.openxmlformats.org/officeDocument/2006/relationships/slide" Target="/ppt/slides/slide17.xml" Id="R502cd54fee014766" /><Relationship Type="http://schemas.openxmlformats.org/officeDocument/2006/relationships/slide" Target="/ppt/slides/slide18.xml" Id="R690e745629b842ca" /><Relationship Type="http://schemas.openxmlformats.org/officeDocument/2006/relationships/slide" Target="/ppt/slides/slide19.xml" Id="R5f6b429fb24747ce" /><Relationship Type="http://schemas.openxmlformats.org/officeDocument/2006/relationships/slide" Target="/ppt/slides/slide20.xml" Id="Ra3aec6ff846d4d40" /><Relationship Type="http://schemas.openxmlformats.org/officeDocument/2006/relationships/slide" Target="/ppt/slides/slide21.xml" Id="Ra7f7f4e1bb374df2" /><Relationship Type="http://schemas.openxmlformats.org/officeDocument/2006/relationships/slide" Target="/ppt/slides/slide22.xml" Id="R36dfc4ade41f4b7b" /><Relationship Type="http://schemas.openxmlformats.org/officeDocument/2006/relationships/slide" Target="/ppt/slides/slide23.xml" Id="R3e0d45acaa1c462f" /><Relationship Type="http://schemas.openxmlformats.org/officeDocument/2006/relationships/slide" Target="/ppt/slides/slide24.xml" Id="Rc7e1b73838894423" /><Relationship Type="http://schemas.openxmlformats.org/officeDocument/2006/relationships/slide" Target="/ppt/slides/slide25.xml" Id="Rb08c696893224bf9" /><Relationship Type="http://schemas.openxmlformats.org/officeDocument/2006/relationships/slide" Target="/ppt/slides/slide26.xml" Id="R705fb64a8d51418e" /><Relationship Type="http://schemas.openxmlformats.org/officeDocument/2006/relationships/slide" Target="/ppt/slides/slide27.xml" Id="Rd4b352f8266f4967" /><Relationship Type="http://schemas.openxmlformats.org/officeDocument/2006/relationships/slide" Target="/ppt/slides/slide28.xml" Id="R4ea77dde34584195" /><Relationship Type="http://schemas.openxmlformats.org/officeDocument/2006/relationships/slide" Target="/ppt/slides/slide29.xml" Id="R30dae06ad25b405a" /><Relationship Type="http://schemas.openxmlformats.org/officeDocument/2006/relationships/slide" Target="/ppt/slides/slide30.xml" Id="Racc9b39e0bbe40e8" /><Relationship Type="http://schemas.openxmlformats.org/officeDocument/2006/relationships/slide" Target="/ppt/slides/slide31.xml" Id="R77d61455b1a84069" /><Relationship Type="http://schemas.openxmlformats.org/officeDocument/2006/relationships/slide" Target="/ppt/slides/slide32.xml" Id="R71b2de42a2e947e9" /><Relationship Type="http://schemas.openxmlformats.org/officeDocument/2006/relationships/slide" Target="/ppt/slides/slide33.xml" Id="Rfbf6893119044fdd" /><Relationship Type="http://schemas.openxmlformats.org/officeDocument/2006/relationships/slide" Target="/ppt/slides/slide34.xml" Id="R26604b63c7ee4ae7" /><Relationship Type="http://schemas.openxmlformats.org/officeDocument/2006/relationships/slide" Target="/ppt/slides/slide35.xml" Id="R008c5dc241f54c1b" /><Relationship Type="http://schemas.openxmlformats.org/officeDocument/2006/relationships/slide" Target="/ppt/slides/slide36.xml" Id="Rb925d791fddf42dc" /><Relationship Type="http://schemas.openxmlformats.org/officeDocument/2006/relationships/slide" Target="/ppt/slides/slide37.xml" Id="R18348ca683a14da4" /><Relationship Type="http://schemas.openxmlformats.org/officeDocument/2006/relationships/slide" Target="/ppt/slides/slide38.xml" Id="Recbab73d123a4fdc" /><Relationship Type="http://schemas.openxmlformats.org/officeDocument/2006/relationships/slide" Target="/ppt/slides/slide39.xml" Id="R07a8fb3aab1f41f3" /><Relationship Type="http://schemas.openxmlformats.org/officeDocument/2006/relationships/slide" Target="/ppt/slides/slide40.xml" Id="R196091fed883472c" /><Relationship Type="http://schemas.openxmlformats.org/officeDocument/2006/relationships/slide" Target="/ppt/slides/slide41.xml" Id="R3ce1ad4c3c8c4c4b" /><Relationship Type="http://schemas.openxmlformats.org/officeDocument/2006/relationships/slide" Target="/ppt/slides/slide42.xml" Id="Rf70d2d66b9184dc6" /><Relationship Type="http://schemas.openxmlformats.org/officeDocument/2006/relationships/slide" Target="/ppt/slides/slide43.xml" Id="Radd6afc9757949e7" /><Relationship Type="http://schemas.openxmlformats.org/officeDocument/2006/relationships/slide" Target="/ppt/slides/slide44.xml" Id="R5ba5fd4f71c2474d" /><Relationship Type="http://schemas.openxmlformats.org/officeDocument/2006/relationships/slide" Target="/ppt/slides/slide45.xml" Id="Ra31a1cc95faf406f" /><Relationship Type="http://schemas.openxmlformats.org/officeDocument/2006/relationships/slide" Target="/ppt/slides/slide46.xml" Id="Rdfdb16a30d864b09" /><Relationship Type="http://schemas.openxmlformats.org/officeDocument/2006/relationships/slide" Target="/ppt/slides/slide47.xml" Id="R7b7cb4a0620b43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bbe6a33a24d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0f7724d9c4010" /><Relationship Type="http://schemas.openxmlformats.org/officeDocument/2006/relationships/notesMaster" Target="/ppt/notesMasters/notesMaster1.xml" Id="R9042bfce20da49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d2a9b2c264400" /><Relationship Type="http://schemas.openxmlformats.org/officeDocument/2006/relationships/notesMaster" Target="/ppt/notesMasters/notesMaster1.xml" Id="Rd64fd8017fa0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e006541f054f65" /><Relationship Type="http://schemas.openxmlformats.org/officeDocument/2006/relationships/notesMaster" Target="/ppt/notesMasters/notesMaster1.xml" Id="R28c501b17cea4e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d9cf04aa54be0" /><Relationship Type="http://schemas.openxmlformats.org/officeDocument/2006/relationships/notesMaster" Target="/ppt/notesMasters/notesMaster1.xml" Id="Rf8532434f97943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ccf47fdb241dd" /><Relationship Type="http://schemas.openxmlformats.org/officeDocument/2006/relationships/notesMaster" Target="/ppt/notesMasters/notesMaster1.xml" Id="R562b836780ab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0fe8bd04d479b" /><Relationship Type="http://schemas.openxmlformats.org/officeDocument/2006/relationships/notesMaster" Target="/ppt/notesMasters/notesMaster1.xml" Id="Rc087ad81e2ed40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70eafa9b84c5b" /><Relationship Type="http://schemas.openxmlformats.org/officeDocument/2006/relationships/notesMaster" Target="/ppt/notesMasters/notesMaster1.xml" Id="Ra02b8c80ea0b41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8b3ebf92d4d66" /><Relationship Type="http://schemas.openxmlformats.org/officeDocument/2006/relationships/notesMaster" Target="/ppt/notesMasters/notesMaster1.xml" Id="Rde6e33f17b8e41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814deb4f5c45ab" /><Relationship Type="http://schemas.openxmlformats.org/officeDocument/2006/relationships/notesMaster" Target="/ppt/notesMasters/notesMaster1.xml" Id="Rff169ba6c9cf4b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c50e46dc064e40" /><Relationship Type="http://schemas.openxmlformats.org/officeDocument/2006/relationships/notesMaster" Target="/ppt/notesMasters/notesMaster1.xml" Id="R3dbf4a6f40b940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496f1569d34d50" /><Relationship Type="http://schemas.openxmlformats.org/officeDocument/2006/relationships/notesMaster" Target="/ppt/notesMasters/notesMaster1.xml" Id="R0b47f29f4f774c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e0a8e2b570497f" /><Relationship Type="http://schemas.openxmlformats.org/officeDocument/2006/relationships/notesMaster" Target="/ppt/notesMasters/notesMaster1.xml" Id="Rdd621b87df4948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9ef447e55f4a63" /><Relationship Type="http://schemas.openxmlformats.org/officeDocument/2006/relationships/notesMaster" Target="/ppt/notesMasters/notesMaster1.xml" Id="R4f236819ec4344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bfebee4cb0458f" /><Relationship Type="http://schemas.openxmlformats.org/officeDocument/2006/relationships/notesMaster" Target="/ppt/notesMasters/notesMaster1.xml" Id="R4655f424480140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c8defa89a440f5" /><Relationship Type="http://schemas.openxmlformats.org/officeDocument/2006/relationships/notesMaster" Target="/ppt/notesMasters/notesMaster1.xml" Id="R6db3d6b800d147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e4d61ef5294c8e" /><Relationship Type="http://schemas.openxmlformats.org/officeDocument/2006/relationships/notesMaster" Target="/ppt/notesMasters/notesMaster1.xml" Id="R99a4f9d819434d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c8d955b74245c6" /><Relationship Type="http://schemas.openxmlformats.org/officeDocument/2006/relationships/notesMaster" Target="/ppt/notesMasters/notesMaster1.xml" Id="Rde4e1fbde25749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2a5ba2ebd94c3e" /><Relationship Type="http://schemas.openxmlformats.org/officeDocument/2006/relationships/notesMaster" Target="/ppt/notesMasters/notesMaster1.xml" Id="R4fa9211d2bd54a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21d32ef3b44b80" /><Relationship Type="http://schemas.openxmlformats.org/officeDocument/2006/relationships/notesMaster" Target="/ppt/notesMasters/notesMaster1.xml" Id="Ra8d1314d499541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9b11fb240e4d76" /><Relationship Type="http://schemas.openxmlformats.org/officeDocument/2006/relationships/notesMaster" Target="/ppt/notesMasters/notesMaster1.xml" Id="R522842c18fda47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d08f28150a4cda" /><Relationship Type="http://schemas.openxmlformats.org/officeDocument/2006/relationships/notesMaster" Target="/ppt/notesMasters/notesMaster1.xml" Id="Rdb45df01b44542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15a7030c534f23" /><Relationship Type="http://schemas.openxmlformats.org/officeDocument/2006/relationships/notesMaster" Target="/ppt/notesMasters/notesMaster1.xml" Id="R98555fe8f9e747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7c225282c14a44" /><Relationship Type="http://schemas.openxmlformats.org/officeDocument/2006/relationships/notesMaster" Target="/ppt/notesMasters/notesMaster1.xml" Id="Ra72f4c959f1a4eb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173295732144d5" /><Relationship Type="http://schemas.openxmlformats.org/officeDocument/2006/relationships/notesMaster" Target="/ppt/notesMasters/notesMaster1.xml" Id="R07c2d7a619a349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a69b58ba0b4756" /><Relationship Type="http://schemas.openxmlformats.org/officeDocument/2006/relationships/notesMaster" Target="/ppt/notesMasters/notesMaster1.xml" Id="R29fa17f291c347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e3fef435714a1b" /><Relationship Type="http://schemas.openxmlformats.org/officeDocument/2006/relationships/notesMaster" Target="/ppt/notesMasters/notesMaster1.xml" Id="R7ca3b405dfbc4e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26519e47674b76" /><Relationship Type="http://schemas.openxmlformats.org/officeDocument/2006/relationships/notesMaster" Target="/ppt/notesMasters/notesMaster1.xml" Id="Re57751e3c025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ad6e0ace2640c8" /><Relationship Type="http://schemas.openxmlformats.org/officeDocument/2006/relationships/notesMaster" Target="/ppt/notesMasters/notesMaster1.xml" Id="R1af1f3b8ad974ab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2017b37151b4c1a" /><Relationship Type="http://schemas.openxmlformats.org/officeDocument/2006/relationships/notesMaster" Target="/ppt/notesMasters/notesMaster1.xml" Id="Rfe96c5484c46459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b7d5d745e8411b" /><Relationship Type="http://schemas.openxmlformats.org/officeDocument/2006/relationships/notesMaster" Target="/ppt/notesMasters/notesMaster1.xml" Id="R711f1c5fdb7d4c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5bda7255764030" /><Relationship Type="http://schemas.openxmlformats.org/officeDocument/2006/relationships/notesMaster" Target="/ppt/notesMasters/notesMaster1.xml" Id="Ra77fbe128fba46c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fbb967d9cde446e" /><Relationship Type="http://schemas.openxmlformats.org/officeDocument/2006/relationships/notesMaster" Target="/ppt/notesMasters/notesMaster1.xml" Id="Rd5c042f761da4ac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4fc118c5ea4438" /><Relationship Type="http://schemas.openxmlformats.org/officeDocument/2006/relationships/notesMaster" Target="/ppt/notesMasters/notesMaster1.xml" Id="R7766b9bde30c4e1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df274a70da04994" /><Relationship Type="http://schemas.openxmlformats.org/officeDocument/2006/relationships/notesMaster" Target="/ppt/notesMasters/notesMaster1.xml" Id="R20a93caea58745b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99870048dd24194" /><Relationship Type="http://schemas.openxmlformats.org/officeDocument/2006/relationships/notesMaster" Target="/ppt/notesMasters/notesMaster1.xml" Id="R979e82824a04436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88c81c59e724156" /><Relationship Type="http://schemas.openxmlformats.org/officeDocument/2006/relationships/notesMaster" Target="/ppt/notesMasters/notesMaster1.xml" Id="R9faee9d014244a6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88c21556c394f66" /><Relationship Type="http://schemas.openxmlformats.org/officeDocument/2006/relationships/notesMaster" Target="/ppt/notesMasters/notesMaster1.xml" Id="R46ccfd4b62914f8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91135a7853243fd" /><Relationship Type="http://schemas.openxmlformats.org/officeDocument/2006/relationships/notesMaster" Target="/ppt/notesMasters/notesMaster1.xml" Id="Rf93c904bdb0b40a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ad264c3ecf46aa" /><Relationship Type="http://schemas.openxmlformats.org/officeDocument/2006/relationships/notesMaster" Target="/ppt/notesMasters/notesMaster1.xml" Id="R7f39fe64085949d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6edfc8a7654000" /><Relationship Type="http://schemas.openxmlformats.org/officeDocument/2006/relationships/notesMaster" Target="/ppt/notesMasters/notesMaster1.xml" Id="R7ec5cce129b24f5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17ac4c0acf46cf" /><Relationship Type="http://schemas.openxmlformats.org/officeDocument/2006/relationships/notesMaster" Target="/ppt/notesMasters/notesMaster1.xml" Id="Rfbdc15080e4d4b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b20594a2cac4da8" /><Relationship Type="http://schemas.openxmlformats.org/officeDocument/2006/relationships/notesMaster" Target="/ppt/notesMasters/notesMaster1.xml" Id="R76af642d460641a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d361346ed0c42ab" /><Relationship Type="http://schemas.openxmlformats.org/officeDocument/2006/relationships/notesMaster" Target="/ppt/notesMasters/notesMaster1.xml" Id="R30c6b638add048d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9d2d6f2652e4cc3" /><Relationship Type="http://schemas.openxmlformats.org/officeDocument/2006/relationships/notesMaster" Target="/ppt/notesMasters/notesMaster1.xml" Id="R6074dc08a01f475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d437700be244a20" /><Relationship Type="http://schemas.openxmlformats.org/officeDocument/2006/relationships/notesMaster" Target="/ppt/notesMasters/notesMaster1.xml" Id="R3902346c15de42d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f0f1b9ee6504980" /><Relationship Type="http://schemas.openxmlformats.org/officeDocument/2006/relationships/notesMaster" Target="/ppt/notesMasters/notesMaster1.xml" Id="R7955aad4c507499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b784e1da27a48e9" /><Relationship Type="http://schemas.openxmlformats.org/officeDocument/2006/relationships/notesMaster" Target="/ppt/notesMasters/notesMaster1.xml" Id="R4a930273f5404e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0:00–4:00。坪田まゆみが挨拶。10分で一つのフレーズの聞こえ方を比べる体験を約束する。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LPと同じ悩みを提示。相手の発言を聞き逃して返答が止まる場面を話す。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約10分のワークの予告。全ての英語が聞こえる保証ではなく、一つのフレーズの前後比較である。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4:00–10:00。数字と肩書は最新プロフィールに基づく。本人の実写真を使用。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2026-10-26の坪田さん本人のミーティング談。girlの細かな音の再現は本人の収録で決める。企業研修・コーチング・講師指導の実績は前後の発話で話す。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議題と資料は分かっていても、発言の一語を拾えない場面を描く。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勉強量を増やす前に自分の課題を分ける必要を説明。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10:00–18:00。音のズレの一般説明。ここでは音声Aの英文を表示しない。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英語の強弱の概念を、特定のワーク英文を明かさずに説明する。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聞こえない原因を音の予測のズレとして説明。語彙や意味が原因の場合もある。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化石化は全員が必ず悪化する意味ではない。必要以上に不安をあおらない。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この順番をワークと講座の共通言語にする。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教育研究のフィードバック分析は「内容で働きが変わる」根拠。出典：Wisniewskiほか（2020）, Frontiers in Psychology, https://www.frontiersin.org/journals/psychology/articles/10.3389/fpsyg.2019.03087/full 。坪田講座の効果証明にはしない。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18:00–21:00。音声Aを出す前の準備。録音できなくても声に出すだけで進められる。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英文と意味をまだ見せない。正解を急がせない。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21:00–33:00。音声A He must have been busy. を字幕なしで2回。初回と後の26枚目は同じ音声ファイルを使う。各回後に台本どおり待機。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忙しい等の語が拾えたか。個人の反応を決めつけない。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音声Aの英文をここで初めて表示。文字なら分かるかを確認する。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強弱の説明は坪田さんの実際の発話に合わせ、複数の自然な言い方を否定しない。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坪田さんがゆっくり版と自然な版を実演。字幕は発話と同期。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聞き分けの対象を一箇所に絞る。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発声待ちを3回。画面は発声中そのまま保持。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強いところと弱く短くなるところを意識して発声。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録音・再生に約60秒。録音が難しければ長さと切れ目を意識して発声。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全部の音を一度に採点しない。見本と違う部分を一つだけ選ぶ。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16枚目と完全に同一の音声Aを字幕なしで再生。理解・記憶の影響があるため、この一回で全体の聞き取り改善と断定しない。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音声B It must have been a long meeting. を英文非表示で2回。Aと違う文で確かめる。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英文Bをここで初めて表示。must have been を見つけたか確認し、一度声に出す。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33:00–40:00。どの結果も価値があることを伝え、練習の選び方に進む。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一文の体験を他の文へ広げる。会議全体が聞こえる保証にしない。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聞こえなかったことを失敗扱いしない。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発音が主因でない場合は語彙や文の意味を先に見る。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AIは英文の説明や会話練習に役立つ。音を扱えないとは言わない。今日のワークで実践したように、実際の練習を続ける環境が必要だと話す。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40:00–53:00。ここで商品名を初めて大きく表示する。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診断未購入者は講座の診断付きコーチング60分。診断購入者は購入済みの別商品の発音診断45分で現在地を確認。診断は講座のコーチングには数えない。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カリキュラムの順番。日数と教材の表示は商品正本に合わせる。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販売ページで使用済みの坪田学習アプリ画面。細かい本文を読ませず、毎日の進め方を見せる。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実際に教材にある仕事の英語例文を、坪田さんが一つ紹介する。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説明用の例。実際に直す点は提出音声を聞いて決める。つながりはできているが強弱が平坦なら、強い語を決め、前後を短く弱く言う練習を提案する。添削は合計3回で、毎日の録音全部を坪田さんが見る意味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21日間後の見直し。全ての英語が聞こえる保証をしない。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講座に含む個別コーチングは、診断未購入者が実施前・終了後60分×2回、診断購入者は終了後60分×1回。購入済みの診断45分は別商品。アプリは最初の個別セッション後30日間閲覧。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AIとの比較は説明の有無ではなく実践の仕組み。AIを教材や採点には使わない。学習経験者向けであることも話す。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53:00–57:00。視聴中価格の条件は実際の配信・決済時刻と一致させる。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購入済み診断45分は別商品。講座には終了後の個別コーチング60分×1回と音声添削3回を含む。診断購入者には追加33,820円の決済を表示。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一日の学習は平均15–20分程度が目安。「10ミニッツ」は総学習時間10分の保証ではない。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57:00–60:00。自分で別文へ広げる道と、坪田さんの見立て・添削で進む道を示す。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教育本編は共通。提供内容と価格の終盤は診断購入状態で差し替え収録し、ページ下の申込欄と決済額も分岐させる。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ce83d06f345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46b1f090d4b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2b9168d704d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67431c3ae47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6b304ce264f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7d762f0f642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6DE843-1AEB-45D8-A719-57D0EE7CB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C5E580-4676-47FA-9528-36EE8A6950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4D1534-EC85-4849-A9C8-3B7173CA95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8CB020-BA06-43F7-A6C1-4BFA397D8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6D2A55-8CBE-4BE7-8A9C-E67762EF5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14B52E-F191-4757-8A19-F3F51E9FA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07D84B-1066-4D4C-AA00-6E3EA8FF1F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841F77-5448-42FD-8E6D-BB6968ED31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47BE0A-6970-44AB-8C3A-1CC138EAC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A5BEA0-A69B-4854-A012-34D72CC1C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c91357c4145f7" /><Relationship Type="http://schemas.openxmlformats.org/officeDocument/2006/relationships/slideLayout" Target="/ppt/slideLayouts/slideLayout1.xml" Id="R09eff15623e34328" /><Relationship Type="http://schemas.openxmlformats.org/officeDocument/2006/relationships/slideLayout" Target="/ppt/slideLayouts/slideLayout2.xml" Id="R7837b69d1b6e45f7" /><Relationship Type="http://schemas.openxmlformats.org/officeDocument/2006/relationships/slideLayout" Target="/ppt/slideLayouts/slideLayout3.xml" Id="R813bcd6283744629" /><Relationship Type="http://schemas.openxmlformats.org/officeDocument/2006/relationships/slideLayout" Target="/ppt/slideLayouts/slideLayout4.xml" Id="Raffae7a143e14199" /><Relationship Type="http://schemas.openxmlformats.org/officeDocument/2006/relationships/slideLayout" Target="/ppt/slideLayouts/slideLayout5.xml" Id="R48f9728ee1f34823" /><Relationship Type="http://schemas.openxmlformats.org/officeDocument/2006/relationships/slideLayout" Target="/ppt/slideLayouts/slideLayout6.xml" Id="R9902de03ff35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ff15623e34328"/>
    <p:sldLayoutId xmlns:r="http://schemas.openxmlformats.org/officeDocument/2006/relationships" id="2147483650" r:id="R7837b69d1b6e45f7"/>
    <p:sldLayoutId xmlns:r="http://schemas.openxmlformats.org/officeDocument/2006/relationships" id="2147483651" r:id="R813bcd6283744629"/>
    <p:sldLayoutId xmlns:r="http://schemas.openxmlformats.org/officeDocument/2006/relationships" id="2147483652" r:id="Raffae7a143e14199"/>
    <p:sldLayoutId xmlns:r="http://schemas.openxmlformats.org/officeDocument/2006/relationships" id="2147483653" r:id="R48f9728ee1f34823"/>
    <p:sldLayoutId xmlns:r="http://schemas.openxmlformats.org/officeDocument/2006/relationships" id="2147483654" r:id="R9902de03ff35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8c1016c694a23" /><Relationship Type="http://schemas.openxmlformats.org/officeDocument/2006/relationships/notesSlide" Target="/ppt/notesSlides/notesSlide1.xml" Id="R590be0ebd96b41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2f7a4e13c45ac" /><Relationship Type="http://schemas.openxmlformats.org/officeDocument/2006/relationships/notesSlide" Target="/ppt/notesSlides/notesSlide2.xml" Id="R11d8030b006c45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d8eb6474f4111" /><Relationship Type="http://schemas.openxmlformats.org/officeDocument/2006/relationships/notesSlide" Target="/ppt/notesSlides/notesSlide3.xml" Id="R653bf4c19d6b46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bda9ebd8240fd" /><Relationship Type="http://schemas.openxmlformats.org/officeDocument/2006/relationships/image" Target="/ppt/media/image.png" Id="R283654de976340e3" /><Relationship Type="http://schemas.openxmlformats.org/officeDocument/2006/relationships/notesSlide" Target="/ppt/notesSlides/notesSlide4.xml" Id="R03a0366ed98f44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ba9f8d7344842" /><Relationship Type="http://schemas.openxmlformats.org/officeDocument/2006/relationships/notesSlide" Target="/ppt/notesSlides/notesSlide5.xml" Id="R55f946b40d084b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fb20c30744bae" /><Relationship Type="http://schemas.openxmlformats.org/officeDocument/2006/relationships/notesSlide" Target="/ppt/notesSlides/notesSlide6.xml" Id="R97e58e71773244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56a4213794b1d" /><Relationship Type="http://schemas.openxmlformats.org/officeDocument/2006/relationships/notesSlide" Target="/ppt/notesSlides/notesSlide7.xml" Id="R0bee169ca1ac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fd1d2085e449b" /><Relationship Type="http://schemas.openxmlformats.org/officeDocument/2006/relationships/notesSlide" Target="/ppt/notesSlides/notesSlide8.xml" Id="R30cb2f1f20e346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c32c22e56440b" /><Relationship Type="http://schemas.openxmlformats.org/officeDocument/2006/relationships/notesSlide" Target="/ppt/notesSlides/notesSlide9.xml" Id="Re5dbbd58cecb49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cea1370f249de" /><Relationship Type="http://schemas.openxmlformats.org/officeDocument/2006/relationships/notesSlide" Target="/ppt/notesSlides/notesSlide10.xml" Id="R6e7d27c02cb840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3fb3cda4c4794" /><Relationship Type="http://schemas.openxmlformats.org/officeDocument/2006/relationships/notesSlide" Target="/ppt/notesSlides/notesSlide11.xml" Id="R4a6d4d98e0084f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c5cb0244b4602" /><Relationship Type="http://schemas.openxmlformats.org/officeDocument/2006/relationships/notesSlide" Target="/ppt/notesSlides/notesSlide12.xml" Id="R9d428f742f6842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0c6f004c54ae2" /><Relationship Type="http://schemas.openxmlformats.org/officeDocument/2006/relationships/notesSlide" Target="/ppt/notesSlides/notesSlide13.xml" Id="R0e5f5fd4aaa048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5fde6ab884078" /><Relationship Type="http://schemas.openxmlformats.org/officeDocument/2006/relationships/notesSlide" Target="/ppt/notesSlides/notesSlide14.xml" Id="R9cae3762d93749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62d1d584445a1" /><Relationship Type="http://schemas.openxmlformats.org/officeDocument/2006/relationships/notesSlide" Target="/ppt/notesSlides/notesSlide15.xml" Id="R359dbe0b4e4648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3544695f24eb9" /><Relationship Type="http://schemas.openxmlformats.org/officeDocument/2006/relationships/notesSlide" Target="/ppt/notesSlides/notesSlide16.xml" Id="R148504ab0b9f41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ff20b6b8e418b" /><Relationship Type="http://schemas.openxmlformats.org/officeDocument/2006/relationships/notesSlide" Target="/ppt/notesSlides/notesSlide17.xml" Id="R6591a925ef3c43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4589fe99f44a5" /><Relationship Type="http://schemas.openxmlformats.org/officeDocument/2006/relationships/notesSlide" Target="/ppt/notesSlides/notesSlide18.xml" Id="R167c0c6902994d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dfd5ec8c74816" /><Relationship Type="http://schemas.openxmlformats.org/officeDocument/2006/relationships/notesSlide" Target="/ppt/notesSlides/notesSlide19.xml" Id="Rc9c6696a546449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f289130e74d53" /><Relationship Type="http://schemas.openxmlformats.org/officeDocument/2006/relationships/notesSlide" Target="/ppt/notesSlides/notesSlide20.xml" Id="R192f16200a014b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908a390c041ba" /><Relationship Type="http://schemas.openxmlformats.org/officeDocument/2006/relationships/notesSlide" Target="/ppt/notesSlides/notesSlide21.xml" Id="R445aa04db42c44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9e505253b4cec" /><Relationship Type="http://schemas.openxmlformats.org/officeDocument/2006/relationships/notesSlide" Target="/ppt/notesSlides/notesSlide22.xml" Id="Rfcc6758847b348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a07274dd841af" /><Relationship Type="http://schemas.openxmlformats.org/officeDocument/2006/relationships/notesSlide" Target="/ppt/notesSlides/notesSlide23.xml" Id="Ra485499d9f334c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8a5da4e3f4349" /><Relationship Type="http://schemas.openxmlformats.org/officeDocument/2006/relationships/notesSlide" Target="/ppt/notesSlides/notesSlide24.xml" Id="Rc8e0e42a15ef48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c0623a84b41f8" /><Relationship Type="http://schemas.openxmlformats.org/officeDocument/2006/relationships/notesSlide" Target="/ppt/notesSlides/notesSlide25.xml" Id="Rb3dca98719cd4c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2a43a2c7a49af" /><Relationship Type="http://schemas.openxmlformats.org/officeDocument/2006/relationships/notesSlide" Target="/ppt/notesSlides/notesSlide26.xml" Id="Rafa08092019f45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da4e9f3a34853" /><Relationship Type="http://schemas.openxmlformats.org/officeDocument/2006/relationships/notesSlide" Target="/ppt/notesSlides/notesSlide27.xml" Id="R1e9276dc134841c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bd79bb2434e38" /><Relationship Type="http://schemas.openxmlformats.org/officeDocument/2006/relationships/notesSlide" Target="/ppt/notesSlides/notesSlide28.xml" Id="Ra51c41f462eb47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840a4d5134c24" /><Relationship Type="http://schemas.openxmlformats.org/officeDocument/2006/relationships/notesSlide" Target="/ppt/notesSlides/notesSlide29.xml" Id="R1772ce76978444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3392211ae48ee" /><Relationship Type="http://schemas.openxmlformats.org/officeDocument/2006/relationships/notesSlide" Target="/ppt/notesSlides/notesSlide30.xml" Id="Rc917f8f471f24e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7718cb1fd4f06" /><Relationship Type="http://schemas.openxmlformats.org/officeDocument/2006/relationships/notesSlide" Target="/ppt/notesSlides/notesSlide31.xml" Id="R004c4a2e24944cf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1f5ed2fba4fc9" /><Relationship Type="http://schemas.openxmlformats.org/officeDocument/2006/relationships/notesSlide" Target="/ppt/notesSlides/notesSlide32.xml" Id="Rc301e9f1a8e845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b2ed57caa4e8d" /><Relationship Type="http://schemas.openxmlformats.org/officeDocument/2006/relationships/notesSlide" Target="/ppt/notesSlides/notesSlide33.xml" Id="Re1ebb22fc1a04b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55270440f4381" /><Relationship Type="http://schemas.openxmlformats.org/officeDocument/2006/relationships/notesSlide" Target="/ppt/notesSlides/notesSlide34.xml" Id="R9dd90ebac8f848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81f3d013c4f3b" /><Relationship Type="http://schemas.openxmlformats.org/officeDocument/2006/relationships/notesSlide" Target="/ppt/notesSlides/notesSlide35.xml" Id="R4f10c8d5e4e2464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8df3dc13a4f1c" /><Relationship Type="http://schemas.openxmlformats.org/officeDocument/2006/relationships/notesSlide" Target="/ppt/notesSlides/notesSlide36.xml" Id="Rd7bc5e95535c421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a68b0840c48d5" /><Relationship Type="http://schemas.openxmlformats.org/officeDocument/2006/relationships/image" Target="/ppt/media/image2.png" Id="R1dde3e69b94d44c2" /><Relationship Type="http://schemas.openxmlformats.org/officeDocument/2006/relationships/image" Target="/ppt/media/image3.png" Id="R9857e538c8b74274" /><Relationship Type="http://schemas.openxmlformats.org/officeDocument/2006/relationships/image" Target="/ppt/media/image4.png" Id="R56c9e0fcdca54ccd" /><Relationship Type="http://schemas.openxmlformats.org/officeDocument/2006/relationships/notesSlide" Target="/ppt/notesSlides/notesSlide37.xml" Id="R62e109b5fd8f4c9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373ee4169479f" /><Relationship Type="http://schemas.openxmlformats.org/officeDocument/2006/relationships/notesSlide" Target="/ppt/notesSlides/notesSlide38.xml" Id="R15aedc15b323476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971f6ab6541d1" /><Relationship Type="http://schemas.openxmlformats.org/officeDocument/2006/relationships/notesSlide" Target="/ppt/notesSlides/notesSlide39.xml" Id="Rac72c26337a54e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1ad7eda264e5a" /><Relationship Type="http://schemas.openxmlformats.org/officeDocument/2006/relationships/notesSlide" Target="/ppt/notesSlides/notesSlide40.xml" Id="R58fc7128c64b43b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0a7f8a7ac49c4" /><Relationship Type="http://schemas.openxmlformats.org/officeDocument/2006/relationships/notesSlide" Target="/ppt/notesSlides/notesSlide41.xml" Id="R509e00963a694e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210881bf14652" /><Relationship Type="http://schemas.openxmlformats.org/officeDocument/2006/relationships/notesSlide" Target="/ppt/notesSlides/notesSlide42.xml" Id="Rf39bc83ef92a430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40c4aadea4ac2" /><Relationship Type="http://schemas.openxmlformats.org/officeDocument/2006/relationships/notesSlide" Target="/ppt/notesSlides/notesSlide43.xml" Id="R8359c22619b142f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73d90372c4ebc" /><Relationship Type="http://schemas.openxmlformats.org/officeDocument/2006/relationships/notesSlide" Target="/ppt/notesSlides/notesSlide44.xml" Id="Rdae30cb628ab490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4108c9cf64aef" /><Relationship Type="http://schemas.openxmlformats.org/officeDocument/2006/relationships/notesSlide" Target="/ppt/notesSlides/notesSlide45.xml" Id="Rcf879c847e5e4af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1947cb50849bb" /><Relationship Type="http://schemas.openxmlformats.org/officeDocument/2006/relationships/notesSlide" Target="/ppt/notesSlides/notesSlide46.xml" Id="Rf75eba7062b64ec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0a2b0dc004884" /><Relationship Type="http://schemas.openxmlformats.org/officeDocument/2006/relationships/notesSlide" Target="/ppt/notesSlides/notesSlide47.xml" Id="R237fdd07042943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422F6-8A5D-4A2A-A16B-E1D5C7AD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57CFC-94D7-44FC-8141-6A8CD18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CDF81-9325-4724-B81A-B564470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1043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4E725-C982-418C-A242-03915DF9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043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魔法の10ミニッツ</a:t>
            </a:r>
          </a:p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発音メソッド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C9592-53E1-4229-9D85-0DEE7E5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C457E-32EE-43D3-93E0-374DE6E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英会話が驚くほど上達する</a:t>
            </a:r>
          </a:p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無料オンラインセミナー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6C7CF-2C6A-4708-B578-DAD60552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　坪田まゆみ</a:t>
            </a:r>
          </a:p>
        </p:txBody>
      </p:sp>
    </p:spTree>
    <p:extLst>
      <p:ext uri="{BB962C8B-B14F-4D97-AF65-F5344CB8AC3E}">
        <p14:creationId xmlns:p14="http://schemas.microsoft.com/office/powerpoint/2010/main" val="1944760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A7827-7F1C-4AAE-A262-9B98E50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8359F-56B2-4CAE-8C77-4214612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31674-D6DE-4982-AB09-81AABE61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英文資料は読めるのに、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会議では知っている言葉を聞き逃す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C78F7-F940-42AE-BFAD-849FF6DC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56488-A15A-434A-95A5-80BA9BE8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184BF-5544-4038-AB71-C77E1827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501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185C1-F023-4175-97FD-248DDCEF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535F7-F535-4C79-8FB8-0486E9D7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09EDB-8229-4F89-A31D-AB440EA5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たった10分で、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聞こえ方を比べる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62A66-E345-4213-A352-FBB81253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B1E79-79FB-4016-9540-3EB1972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一つのフレーズを聞く。声に出す。同じ音声をもう一度聞く。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6FF3E-B1C8-4A02-AAF1-3B285067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4692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657DC-29C6-46EF-9099-5C172152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1E8CD-8070-45E5-8714-264822B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2C40E-814C-4FEE-B1C2-774CB7C8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"/>
            <a:ext cx="633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坪田まゆみ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C3068-8B54-4FCE-973E-0B0668F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</a:t>
            </a:r>
          </a:p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講師歴25年以上・のべ4,000人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5599-C878-48BA-A4DB-C64B952B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あなたの音を聞き、直す場所を絞ります。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17742-699D-414B-84D1-2D56ECF81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654de976340e3"/>
          <a:srcRect xmlns:a="http://schemas.openxmlformats.org/drawingml/2006/main" l="0" t="1945" r="0" b="1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904875"/>
            <a:ext cx="3476625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41F1A-F93C-4016-BDB4-FC5F945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6776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F6F82-6ADB-4D53-8993-AEAB62A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E7A53-3FBF-401A-A1F9-8972D933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BC717-CB7D-412E-82A0-407E585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教科書の「ガール」と、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耳で覚えた音が違った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BFD72-4832-4C18-BDC9-BC311255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C9F25-99CC-44C8-A0BA-3E4729D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中学1年の夏、アメリカで気づいた音のズレ。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DFB0E-1048-4B83-87C9-1FD009F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3937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A20D4-DB1A-4E35-835E-B9294DCA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4F729-AC12-44B2-BEBE-F68837A4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84FF0-416F-4E61-8ADA-797000B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会議で止まる、一瞬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E1846-8A01-456F-A743-2B3D1F8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DC752-7682-482E-A354-837A8135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知っている一語が、つながった音の中に埋もれる。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DC844-F4C7-48C0-9949-2A356F1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1062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E6E6B-FA57-48EE-ACA0-466EB80C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35AF8-B161-49A1-9FD3-8C08949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6042B-EF70-4F97-803D-D5DE12FD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練習を増やす前に、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止まる場所を知る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90D04-F931-46FE-9AB8-82C5855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89A6F-640D-40F7-960B-3A65BE1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単語を足す前に、聞こえなかった音を確かめる。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F4CFA-E473-4E79-BFB3-A470DABB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7790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2EBF4-455B-4491-AB39-7A8486D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38789-CDF9-4B76-B015-CA5E126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41952-C9FF-4DDB-B9AF-155A1A92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文字で見る英語と、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会話で聞く音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12E9F-EABB-4B39-A2CA-F0B30464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C683C-76CB-4E33-AD6F-DD3F82F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同じ単語でも、文の中では強さと長さが変わります。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61DCA-A5AF-4C3A-A7AF-7D202E03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3116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4BAA0-3AB1-4D5C-B552-4566166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05AF5-9F68-46BD-A4E2-DAC21AC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688CF-7FE2-403E-98CF-FD701F05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強くなる語、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弱く短くなる語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85D8D-15EB-49BB-96F6-8FAF1C5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DBC7B-AA6B-4395-A9D3-19614BFA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全部の語が、同じ強さでは話されません。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67ADD-6168-4866-9AA1-D3CB8A1B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4862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CD28B-A0F1-4DAF-979B-E2B63E5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56C3B-602D-487C-B5AA-31222C42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42298-5769-4B40-8A60-02BBF1BE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知っている単語が、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知らない音に聞こえる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A53FB-C912-43A7-BA75-3DE747BA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29F66-12BD-40F4-9EF7-9B049671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頭の中で待っていた音と、実際に届く音が違う。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62591-64C1-4825-91C6-D761A5A0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89247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0066F-D9D6-480D-B168-755CEC6E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694A-FBD7-4275-B396-21E16E89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9D5AB-890D-4B50-9604-8D3B3E2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慣れた読み方が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残ることがある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015D3-3954-4DBB-A900-756253F3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2581-F3AE-4836-A6CC-54A8ED2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同じ音で繰り返すほど、その言い方に慣れてしまう場合があります。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38A8D-70E8-4766-8CF7-95F669C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933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FAE95-6284-477F-93B5-08D115EF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61575-5435-4AF5-89F8-AE6D28B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CA7B4-C812-4FDF-AD2F-CA66FAA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音を見直す四つの動作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ED476-34BA-4C6B-AA28-E6F819A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677E0-82DC-47D9-BDD1-0A4F2229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F8599-6F0A-43C4-BBCE-7DE52CD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29911-56C2-483D-AF61-B7AB5EE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特徴を知る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ED79A-B270-4897-A03B-18EAB6C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63F61-6F6B-46AC-9466-76650AC3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自分で出す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DBA12-6E6F-4490-91B0-4AD7637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8B1FA-38FC-4211-A25D-7A17F5B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比べて直す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45270-FAA2-4CE5-96DE-8F79A681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25514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D7962-5DC2-472E-A13C-11B0A80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89A1B-3082-41BF-9749-DF5A8632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48311-E751-4AD2-A26C-59082741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次に直す一箇所が分かる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A1686-5D54-44DF-82B5-24924AD5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3473C-1864-4329-8DE8-E1CC5C4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正誤だけで終わらず、どこをどう練習するかまで。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C5206-EBF9-45DE-A811-99D31BFF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6489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4D131-356F-44D0-B393-38CB028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7214E-5631-4AF0-9CA4-B2C44D5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35CD1-D16C-4B79-8C44-5096F807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最初は、英文を見ずに聞く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19789-C87A-4353-86ED-48908BB6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C5D5F-5DEF-448E-8ED5-7B07DEA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メモできるものを用意してください。録音は任意です。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96130-FFAB-469D-AE52-D14663E0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24405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82A20-269B-42AD-9377-5E146DF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212AA-C240-439D-BD41-A605875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BB714-91FF-426E-A963-54BCDFB7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最初の聞こえ方を残す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FE4A9-4C3E-4CB2-B211-A258ED5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05825-8E31-46C5-8AF7-9D06E7F2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聞こえた語と、聞き取れなかった場所をメモ。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60132-9648-4E58-91C1-1DA9D0DB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0541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D250A-33C9-4749-9B8B-177FF4EB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41027-B950-48C8-9539-95540507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E1BD8-799A-456E-9441-71CDBB7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音だけを聞いてください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817C8-CD14-46EF-B799-CF917DB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F69D5-8EAC-47E9-B3E1-864686C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聞こえた語を、一つだけでもメモ。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5213F-954F-4981-88E3-0A1C63CD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549914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6B219-6434-4FD2-A691-0A57404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F0A06-DF1C-483B-8B21-D1DB05ED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9CE0B-BE67-42E9-9370-48F04CB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最初のメモ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C954C-04CC-4D87-A1ED-2A006F1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3CACD-7BE4-484C-8291-156DC80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どこが聞こえましたか。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まだ答えは出しません。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A0B66-4F42-4F9F-B094-DB64F2F8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92650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9228B-528F-4346-B1A6-6F5217A8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5CBD9-04D4-41A1-9122-C4E87F8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6A2C3-EBB8-4369-ACCD-A50D5E5B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96448-0CE4-43CC-B64B-D730DE29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EF94A-42F5-45B5-BF42-8F220116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彼は忙しかったに違いない。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2CAE6-6B22-413D-A513-8D1AF358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159066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F9143-DF45-42C8-B579-F5E407E9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913A-4395-4E49-82E0-9F6E181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7201-D039-4CF4-AC51-54E94ED0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12A2A-595B-4710-B693-0FC86220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8EF4-C39E-4E4F-9380-6292C066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三つの単語を、会話の中で一つのまとまりとして聞く。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1BE7A-1B8C-4814-9185-0F701459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942615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C20C4-3376-41CB-A327-EFC381BA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4B84B-BB3A-421C-BCC1-1A33356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CAF70-34DD-4DEC-8D5A-C2BBD9AD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一語ずつ／会話の速さ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25BC1-DD93-457D-AC88-539DC6C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B5408-0398-49AB-AA4F-F556FE2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坪田まゆみの見本を、二つの速さで聞く。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9A5BD-F10C-4585-AE3F-623ACBA2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42441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73AE0-1CA7-4C44-9604-6D8256C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9AD4C-B10E-4843-9DBB-3ABBB2A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B85CC-E7E0-4B08-B323-59FB3B8D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短くなる部分を聞く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F64B3-4DE0-4EBB-94B9-9D5ABF33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AF154-4246-436E-B288-56D11954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真ん中の have は、短く弱くなることがあります。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446CD-403E-436E-B9C5-710419E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98090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C0F6E-5DEE-44C7-B26F-8F796A77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1510D-DE14-4A3D-A0A6-17C24678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2D471-D323-4DF1-9680-D6DA1B3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 を3回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1900D-83E5-4AE3-8AA3-1458484E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3F9E6-AEAF-4191-ACEA-6E96F14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見本のあとに、声に出してください。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6F4F2-A81F-494C-8332-975A389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83985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48FFD-2FB4-4BDE-B9F9-F74D0C90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25DE1-7A2B-42EE-8E49-5C1E609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442E5-1CC1-48C3-9AD3-49E0435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0F4AB-7D46-4B87-BCFF-ECC931C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76AA-1E65-444E-B29F-DFFDFA6F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今度は文全体を2回。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D1A22-79DE-4578-9CBA-D8483B6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994132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778A1-84C2-44A9-8386-E9EDFA2B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37E25-A833-48CB-85DE-211133FD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D7905-5A65-449A-BFE4-8E3D149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自分の声を一度聞く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C487D-B008-45D9-945B-400C2DB1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CD4DF-99CD-473D-9F09-92738691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録音できる方は、ここで一回録ってください。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F851F-1EAC-4F37-9DAC-CA2BF2B5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03361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9A125-E0DB-4316-BE0A-A61FAB71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2B539-5C01-4E66-ABFC-C18A89D8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149BF-CCF3-4241-A1E5-03EC883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直す場所は一箇所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5F135-B16C-4394-AD66-EC46C61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01A3D-C27B-43AA-BFEF-324E44CB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長さか、つながりか。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一つ選んで言い直す。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766F7-1497-4AFD-A920-837A18FA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861439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A8EC7-6EA6-4FFD-80C1-55EBBB7D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050B7-4B16-4FDD-B2A3-68850FD9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550AD-A88F-491F-A460-56F2251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同じ音声を、もう一度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EA72D-A852-40FE-8ACA-5F89121C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35AD4-2F98-4B2C-AB38-65A7166A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最初より聞き取りやすい部分はありますか。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6F367-640F-4AFE-B497-325E755C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83897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272D8-36EC-4894-9160-F886B88C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CA749-344C-4EF9-B8DD-BE3035BA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0C0B2-DD8E-48E3-A61E-D0D2EF76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別の文を、聞いてください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F51DB-B5C9-466A-8399-8E83B5D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7C893-988F-4822-93B0-A6504324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さっき練習した音のまとまりを探す。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5EF4-1462-4457-93ED-C9DCA6C3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1150399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2EA51-321D-4901-B530-11121376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00825-BB89-4E24-A33D-985617B5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EC5BA-65D1-4341-874A-4BB2F7A9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It must have been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 long meeting.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6E61C-CB1C-4005-B729-4E4135E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33BE4-133F-43B5-B558-B4802D6B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長い会議だったに違いない。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1FF09-C265-4984-AED3-0488D3D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989127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F859F-E5F3-4A7A-8918-AA46BF12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A1C35-2ED2-404B-A031-CAFFD164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2FC59-769B-4DEE-A768-07854A4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結果は三つに分かれる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55966-246B-4D15-996D-433EA20C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5B06D-21B2-45A2-B1DD-38420E03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拾えた／まだ難しい／意味が分からなかった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0720D-04BB-4593-BF19-1B81F648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03050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F7883-931D-4B71-9DBB-1FC41983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59A40-340C-4B24-94CE-783C524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CB40F-BDF4-4082-8473-E03C5A9C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一部分を拾えた方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5FB4A-AD1C-42AF-9815-2F0C8D17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A147A-EF3B-42A7-BAA6-5F271A23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別の仕事の表現でも、同じ音の特徴を探す。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C7A82-3D0B-4966-922D-48D44C5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752165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7C366-6E2B-4360-BF43-5245570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60C55-2FE8-4EDE-BC20-705ABFD3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FF38B-41AB-4F0D-A75B-9890B65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まだ聞き取りにくい方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553A7-90C7-4499-A183-FE8CB4C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C805A-385D-4BB6-9B07-DD405770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短くなる場所と、つながる場所を小さく分ける。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B19F8-EC94-4F84-A33E-B0E75E3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260425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EF52F-6AE2-4142-8179-A642A989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8FAEA-8DC5-4C16-84AA-F5ABFE4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1CBE0-1B90-4A8D-8532-25CC6297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意味が分からなかった方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594E4-CE2B-47D7-BEE5-29030514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30949-AE6A-40F8-82BE-8B58414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意味を押さえてから、音を確かめる。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F2C31-00E1-4414-83FA-A610AB4E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4982479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8D151-722A-4FFC-9537-4E41FAA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6FD9D-1FC9-4844-8760-21FB8AE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D499D-F32B-4440-8195-8C97A1B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AIに聞いた回数では、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発音は変わらない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4F892-D8FF-46E2-AB7F-899EEA4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EF974-1DE3-4203-8D65-DFC7E8B7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やり方を知る → 声に出す → 比べて直す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EAC38-B5BA-4841-A2E5-4E8C9F63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595089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CB393-0BAA-4F7F-B9D9-B729F59B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62087-F3B9-443A-901C-3FFA4A6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60C69-6CF9-4139-A8E6-4BDBEBF6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21日間チャレンジコース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19CCF-DC4A-4093-9EDA-7F2EDC8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9E69D-2BD6-47BE-90A1-30C3A0B4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今日の10分を、仕事で使う英語へ。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5E7EE-797A-4957-85C9-DAFD18CD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307379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1854D-0DDA-4D09-ABBE-8CF6D8F3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03C31-36D1-403C-BEF6-144B45FB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8538A-7029-4F87-BA74-BB94C289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開始前に、課題を見極める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712E4-92F2-4175-9175-770B60F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D3745-D2EC-4DB2-86FD-28260D2F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今の音と、練習の優先順位を決める。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578FB-73FE-4743-82AD-6F835C2D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967812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52C58-85B6-4990-8C96-C25DBD2D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16823-3DDA-41B2-8323-BCCC622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76579-347B-4F72-92DF-2EB83AA5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44F1E-1FAB-44E4-BC04-72865672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56E0-B456-4B99-BBC0-FCE4796B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1–4日目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リズム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00854-D85E-4D54-B45B-16D6E972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79BC3-61B1-42EC-967B-4FE98BE2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5–11日目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音の変化と発声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C41BF-6C8D-47A7-92CB-8EA237C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5D062-0240-4BF1-9301-816B8063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12–21日目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100例文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0ECEA-B831-4BF7-89C4-8CAD1D58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676213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35F6A-4FD1-4206-9EAF-024D46FC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390EE-3B20-46D9-B802-80D31B30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D218D-24DB-4450-9A0E-55B96DC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1062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学習アプリで、</a:t>
            </a:r>
          </a:p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毎日の課題を見る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E8F78-32BC-4198-A6D2-C7E86858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解説を見て、聞いて、声に出して確かめる。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70CE1-5402-456D-8E0F-686593664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e3e69b94d44c2"/>
          <a:stretch xmlns:a="http://schemas.openxmlformats.org/drawingml/2006/main"/>
        </p:blipFill>
        <p:spPr>
          <a:xfrm xmlns:a="http://schemas.openxmlformats.org/drawingml/2006/main">
            <a:off x="32130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8A324-34F8-4D35-BCA2-1C6F67BB1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7e538c8b74274"/>
          <a:stretch xmlns:a="http://schemas.openxmlformats.org/drawingml/2006/main"/>
        </p:blipFill>
        <p:spPr>
          <a:xfrm xmlns:a="http://schemas.openxmlformats.org/drawingml/2006/main">
            <a:off x="56895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80B07-9741-4F1B-92BE-C17305C61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9e0fcdca54ccd"/>
          <a:stretch xmlns:a="http://schemas.openxmlformats.org/drawingml/2006/main"/>
        </p:blipFill>
        <p:spPr>
          <a:xfrm xmlns:a="http://schemas.openxmlformats.org/drawingml/2006/main">
            <a:off x="8166017" y="2667000"/>
            <a:ext cx="1584491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AF703-6C81-4650-AFDE-23A4881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320770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FC762-433C-4AA6-9EE8-2E145715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5AF38-E037-4DEC-B333-B0CBD646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C1911-8EBF-4763-9A69-D6DA9FC2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仕事で使う英語へ広げる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E25C5-AFB3-4DA8-B0B3-ACCF311B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44521-9045-47FE-9AEF-CA1F935C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会議や予定調整で使う表現にも取り組む。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83ECB-5CDC-4565-990E-BBFF99ED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614180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72329-DE08-4985-BD7C-B9905CA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78A65-6E44-4971-9B30-18A8CB3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17246-3F01-467B-8622-1FBB84B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提出音声に、3回フィードバック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74AD8-AFED-4456-A837-B66459B2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44CCA-F03B-4616-BFCC-FAC7937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添削例：音のつながりはできています。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次は文の強弱をつけて、録音を比べましょう。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EF38E-F94D-476C-B1AE-E2FF75FA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4587371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A2B02-4C21-45AC-9A20-F9E864B2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80E6A-B653-4AA5-BDEE-1BD7931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20316-1092-4822-A334-A0AE6B0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最後の個別セッション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4E1EC-48BF-48CE-A6C3-C5453B9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17ACA-F76F-444D-800F-70D0CA0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60分で変化と、その後の練習を整理する。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5ACE2-6B05-4FEF-9986-6A72807C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7489539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42F35-1589-4114-B39B-A3A7461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29A0C-6DB9-438D-8AD5-171CAD76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E705E-6B24-4DF6-A8CE-79FC5D3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講座に含まれる支援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F9A8E-1306-496A-BF25-EFD6253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E0B96-E4A7-4167-8E1A-2ECC6112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個別コーチング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227FE-C804-4BE4-8C6A-E8C9DD13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C367-1F6D-4A69-B310-2D87C032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音声添削3回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FC956-923E-4C46-9BDE-90527850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40FEB-64B7-4008-B270-481CC6E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アプリで21日間の学習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2034A-D308-44D1-A7A8-341E2519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4145759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91A06-FCB0-4F04-83AB-D25CC34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8F37B-A955-45C0-A8A8-6FAC57AA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F37A1-6C6A-4F44-A9AA-2F67C66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練習が続く環境を用意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6D4E2-901B-443E-9B25-2F9B832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0F3A1-0213-45C3-8AEF-16DFD4BE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毎日の課題 → 自分の録音 → 見本と比較 → 坪田の音声添削3回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4F253-695A-46CA-BCCD-191E0BE8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8009999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35541-3D08-49AA-9A34-040C0302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F81B8-1B5C-4D31-8752-DAAC3B2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97FE-7909-4322-9D78-D2B7A63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視聴中の講座価格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670C5-F3C2-4924-B34E-25CA0653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C5F52-0146-4735-9655-6157EEE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39,800円（税込）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58345-BEE0-44CD-8DBD-3E248C0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視聴後のお申し込みは49,800円（税込）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72A56-473D-467B-95A7-97347AC7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0857321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70595-ED28-47A1-9AE7-AB9CA4FF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89D67-6B79-4A59-930C-A8C18B98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B1E6C-C6DA-4F89-9320-2B09625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発音診断を購入済みの方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1E9FC-E8BC-4336-BDC9-1B2BE1EC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1F850-23E2-4126-8C98-7CBD1AA5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追加33,820円（税込）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E834-B31C-4595-8F3B-E685959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お支払い済みの5,980円を充当。合計39,800円。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3D0A2-A440-42DD-A656-67DF9F2F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00811839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9E3DC-410E-4A0E-B191-81CB458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20C49-E12F-4126-AE34-A7B240E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D8F64-6FCA-4412-8BDC-A7F8C77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10分の体験を、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21日間の練習へ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4F1E-17F1-4462-B889-24FFE70E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88F86-96A2-4548-BD16-0B76944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一つのフレーズで気づいた音を、別の文でも使えるように。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01937-C057-405B-92AB-D68B076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4017167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1F8CA-21EF-4C20-905E-9683004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4F614-B5ED-4E5B-A796-9784F874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47234-98BF-4037-91B0-3A23C9B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ご自身で続けるか、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一緒に直すか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659AF-A195-476E-AD00-549BDDD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A8ED9-ACAB-4B32-80E3-7B9EFFA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今日の音の気づきを、次の練習へ。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0E067-C4A4-406C-A498-96AAF8CF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99505396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EC85B-47C4-4DF5-9D26-17F47062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95DD5-BEAE-4513-A369-57133063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437AC-10DB-4FDD-A535-1C19743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申込欄は、この動画の下です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5DFF3-B45F-4888-BF98-CE3753F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07517-AA53-46AA-9D13-5859B36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内容とお支払い額をご確認ください。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98424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2026-10-26T11:03:31.5000000Z</dcterms:created>
  <dcterms:modified xsi:type="dcterms:W3CDTF">2026-10-26T11:03:31.5000000Z</dcterms:modified>
</coreProperties>
</file>