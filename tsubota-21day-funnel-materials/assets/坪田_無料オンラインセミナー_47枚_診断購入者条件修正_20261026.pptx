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32b4025d34b98" /><Relationship Type="http://schemas.openxmlformats.org/officeDocument/2006/relationships/extended-properties" Target="/docProps/app.xml" Id="Rf8fc64c8595342eb" /><Relationship Type="http://schemas.openxmlformats.org/officeDocument/2006/relationships/officeDocument" Target="/ppt/presentation.xml" Id="Rabb8833a4c43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f24320056547bf"/>
  </p:sldMasterIdLst>
  <p:notesMasterIdLst>
    <p:notesMasterId xmlns:r="http://schemas.openxmlformats.org/officeDocument/2006/relationships" r:id="Rc9d6ee1e785a4d53"/>
  </p:notesMasterIdLst>
  <p:sldIdLst>
    <p:sldId xmlns:r="http://schemas.openxmlformats.org/officeDocument/2006/relationships" id="256" r:id="Rc1dd2496be844fa3"/>
    <p:sldId xmlns:r="http://schemas.openxmlformats.org/officeDocument/2006/relationships" id="257" r:id="Rd3749889bb4b437e"/>
    <p:sldId xmlns:r="http://schemas.openxmlformats.org/officeDocument/2006/relationships" id="258" r:id="R5a3fb02215a44368"/>
    <p:sldId xmlns:r="http://schemas.openxmlformats.org/officeDocument/2006/relationships" id="259" r:id="R2687d81bd3be4088"/>
    <p:sldId xmlns:r="http://schemas.openxmlformats.org/officeDocument/2006/relationships" id="260" r:id="R8e435df3fe7c4d44"/>
    <p:sldId xmlns:r="http://schemas.openxmlformats.org/officeDocument/2006/relationships" id="261" r:id="Ree80145c1ca242c4"/>
    <p:sldId xmlns:r="http://schemas.openxmlformats.org/officeDocument/2006/relationships" id="262" r:id="R8260334d5a894e9d"/>
    <p:sldId xmlns:r="http://schemas.openxmlformats.org/officeDocument/2006/relationships" id="263" r:id="R7629107276654e63"/>
    <p:sldId xmlns:r="http://schemas.openxmlformats.org/officeDocument/2006/relationships" id="264" r:id="R86ef6854a7e94e8a"/>
    <p:sldId xmlns:r="http://schemas.openxmlformats.org/officeDocument/2006/relationships" id="265" r:id="Re94383d85b1c4915"/>
    <p:sldId xmlns:r="http://schemas.openxmlformats.org/officeDocument/2006/relationships" id="266" r:id="R848b6bcc477b4c7c"/>
    <p:sldId xmlns:r="http://schemas.openxmlformats.org/officeDocument/2006/relationships" id="267" r:id="R253709ca22a94561"/>
    <p:sldId xmlns:r="http://schemas.openxmlformats.org/officeDocument/2006/relationships" id="268" r:id="Rd853ce80f1fb4296"/>
    <p:sldId xmlns:r="http://schemas.openxmlformats.org/officeDocument/2006/relationships" id="269" r:id="R48758edf370542b4"/>
    <p:sldId xmlns:r="http://schemas.openxmlformats.org/officeDocument/2006/relationships" id="270" r:id="Rfd293da066274ae1"/>
    <p:sldId xmlns:r="http://schemas.openxmlformats.org/officeDocument/2006/relationships" id="271" r:id="R282c3e71abbb47c6"/>
    <p:sldId xmlns:r="http://schemas.openxmlformats.org/officeDocument/2006/relationships" id="272" r:id="R8f911a01ff694fe2"/>
    <p:sldId xmlns:r="http://schemas.openxmlformats.org/officeDocument/2006/relationships" id="273" r:id="R3ddcc42ee7294a14"/>
    <p:sldId xmlns:r="http://schemas.openxmlformats.org/officeDocument/2006/relationships" id="274" r:id="R0ae2822214f64733"/>
    <p:sldId xmlns:r="http://schemas.openxmlformats.org/officeDocument/2006/relationships" id="275" r:id="R2bbae5867cec4a2c"/>
    <p:sldId xmlns:r="http://schemas.openxmlformats.org/officeDocument/2006/relationships" id="276" r:id="Ra94bc3c8205a4baa"/>
    <p:sldId xmlns:r="http://schemas.openxmlformats.org/officeDocument/2006/relationships" id="277" r:id="R70c0881b35194913"/>
    <p:sldId xmlns:r="http://schemas.openxmlformats.org/officeDocument/2006/relationships" id="278" r:id="Rb1a6b2d4dc504a98"/>
    <p:sldId xmlns:r="http://schemas.openxmlformats.org/officeDocument/2006/relationships" id="279" r:id="Rf4510433367446a2"/>
    <p:sldId xmlns:r="http://schemas.openxmlformats.org/officeDocument/2006/relationships" id="280" r:id="R316e7a26731e4e9b"/>
    <p:sldId xmlns:r="http://schemas.openxmlformats.org/officeDocument/2006/relationships" id="281" r:id="R282ecaee13484a18"/>
    <p:sldId xmlns:r="http://schemas.openxmlformats.org/officeDocument/2006/relationships" id="282" r:id="R8a4dff16b30a4195"/>
    <p:sldId xmlns:r="http://schemas.openxmlformats.org/officeDocument/2006/relationships" id="283" r:id="R2cac0d1e62084be9"/>
    <p:sldId xmlns:r="http://schemas.openxmlformats.org/officeDocument/2006/relationships" id="284" r:id="Rbfe1e5b3555641eb"/>
    <p:sldId xmlns:r="http://schemas.openxmlformats.org/officeDocument/2006/relationships" id="285" r:id="Rf012ba36fb0242b4"/>
    <p:sldId xmlns:r="http://schemas.openxmlformats.org/officeDocument/2006/relationships" id="286" r:id="R0e9d08b1408f47d0"/>
    <p:sldId xmlns:r="http://schemas.openxmlformats.org/officeDocument/2006/relationships" id="287" r:id="R7f21c3d545304103"/>
    <p:sldId xmlns:r="http://schemas.openxmlformats.org/officeDocument/2006/relationships" id="288" r:id="R126388ce4c9041a6"/>
    <p:sldId xmlns:r="http://schemas.openxmlformats.org/officeDocument/2006/relationships" id="289" r:id="R646d247c4e12452a"/>
    <p:sldId xmlns:r="http://schemas.openxmlformats.org/officeDocument/2006/relationships" id="290" r:id="Re9d71a434e9c48f2"/>
    <p:sldId xmlns:r="http://schemas.openxmlformats.org/officeDocument/2006/relationships" id="291" r:id="R84aa96e73d3540f5"/>
    <p:sldId xmlns:r="http://schemas.openxmlformats.org/officeDocument/2006/relationships" id="292" r:id="R07173d92f6434dfa"/>
    <p:sldId xmlns:r="http://schemas.openxmlformats.org/officeDocument/2006/relationships" id="293" r:id="R8af7479ba4764a26"/>
    <p:sldId xmlns:r="http://schemas.openxmlformats.org/officeDocument/2006/relationships" id="294" r:id="R180ab53627394e4c"/>
    <p:sldId xmlns:r="http://schemas.openxmlformats.org/officeDocument/2006/relationships" id="295" r:id="Rec74559f2f5b45b9"/>
    <p:sldId xmlns:r="http://schemas.openxmlformats.org/officeDocument/2006/relationships" id="296" r:id="Rbfd5f945a5414848"/>
    <p:sldId xmlns:r="http://schemas.openxmlformats.org/officeDocument/2006/relationships" id="297" r:id="R205be0cb7f014e5b"/>
    <p:sldId xmlns:r="http://schemas.openxmlformats.org/officeDocument/2006/relationships" id="298" r:id="R557c4528464b4a2a"/>
    <p:sldId xmlns:r="http://schemas.openxmlformats.org/officeDocument/2006/relationships" id="299" r:id="R05fb352bc3d44bb9"/>
    <p:sldId xmlns:r="http://schemas.openxmlformats.org/officeDocument/2006/relationships" id="300" r:id="R28cbe36fa5624de5"/>
    <p:sldId xmlns:r="http://schemas.openxmlformats.org/officeDocument/2006/relationships" id="301" r:id="Rfd39950fa63746c3"/>
    <p:sldId xmlns:r="http://schemas.openxmlformats.org/officeDocument/2006/relationships" id="302" r:id="R2add43896fe4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5c3b00c894c2f" /><Relationship Type="http://schemas.openxmlformats.org/officeDocument/2006/relationships/slideMaster" Target="/ppt/slideMasters/slideMaster1.xml" Id="R47f24320056547bf" /><Relationship Type="http://schemas.openxmlformats.org/officeDocument/2006/relationships/notesMaster" Target="/ppt/notesMasters/notesMaster1.xml" Id="Rc9d6ee1e785a4d53" /><Relationship Type="http://schemas.openxmlformats.org/officeDocument/2006/relationships/presProps" Target="/ppt/presProps.xml" Id="R22d9bb7412ac4b48" /><Relationship Type="http://schemas.openxmlformats.org/officeDocument/2006/relationships/tableStyles" Target="/ppt/tableStyles.xml" Id="Rddf4c44bcbde4c17" /><Relationship Type="http://schemas.openxmlformats.org/officeDocument/2006/relationships/slide" Target="/ppt/slides/slide1.xml" Id="Rc1dd2496be844fa3" /><Relationship Type="http://schemas.openxmlformats.org/officeDocument/2006/relationships/slide" Target="/ppt/slides/slide2.xml" Id="Rd3749889bb4b437e" /><Relationship Type="http://schemas.openxmlformats.org/officeDocument/2006/relationships/slide" Target="/ppt/slides/slide3.xml" Id="R5a3fb02215a44368" /><Relationship Type="http://schemas.openxmlformats.org/officeDocument/2006/relationships/slide" Target="/ppt/slides/slide4.xml" Id="R2687d81bd3be4088" /><Relationship Type="http://schemas.openxmlformats.org/officeDocument/2006/relationships/slide" Target="/ppt/slides/slide5.xml" Id="R8e435df3fe7c4d44" /><Relationship Type="http://schemas.openxmlformats.org/officeDocument/2006/relationships/slide" Target="/ppt/slides/slide6.xml" Id="Ree80145c1ca242c4" /><Relationship Type="http://schemas.openxmlformats.org/officeDocument/2006/relationships/slide" Target="/ppt/slides/slide7.xml" Id="R8260334d5a894e9d" /><Relationship Type="http://schemas.openxmlformats.org/officeDocument/2006/relationships/slide" Target="/ppt/slides/slide8.xml" Id="R7629107276654e63" /><Relationship Type="http://schemas.openxmlformats.org/officeDocument/2006/relationships/slide" Target="/ppt/slides/slide9.xml" Id="R86ef6854a7e94e8a" /><Relationship Type="http://schemas.openxmlformats.org/officeDocument/2006/relationships/slide" Target="/ppt/slides/slide10.xml" Id="Re94383d85b1c4915" /><Relationship Type="http://schemas.openxmlformats.org/officeDocument/2006/relationships/slide" Target="/ppt/slides/slide11.xml" Id="R848b6bcc477b4c7c" /><Relationship Type="http://schemas.openxmlformats.org/officeDocument/2006/relationships/slide" Target="/ppt/slides/slide12.xml" Id="R253709ca22a94561" /><Relationship Type="http://schemas.openxmlformats.org/officeDocument/2006/relationships/slide" Target="/ppt/slides/slide13.xml" Id="Rd853ce80f1fb4296" /><Relationship Type="http://schemas.openxmlformats.org/officeDocument/2006/relationships/slide" Target="/ppt/slides/slide14.xml" Id="R48758edf370542b4" /><Relationship Type="http://schemas.openxmlformats.org/officeDocument/2006/relationships/slide" Target="/ppt/slides/slide15.xml" Id="Rfd293da066274ae1" /><Relationship Type="http://schemas.openxmlformats.org/officeDocument/2006/relationships/slide" Target="/ppt/slides/slide16.xml" Id="R282c3e71abbb47c6" /><Relationship Type="http://schemas.openxmlformats.org/officeDocument/2006/relationships/slide" Target="/ppt/slides/slide17.xml" Id="R8f911a01ff694fe2" /><Relationship Type="http://schemas.openxmlformats.org/officeDocument/2006/relationships/slide" Target="/ppt/slides/slide18.xml" Id="R3ddcc42ee7294a14" /><Relationship Type="http://schemas.openxmlformats.org/officeDocument/2006/relationships/slide" Target="/ppt/slides/slide19.xml" Id="R0ae2822214f64733" /><Relationship Type="http://schemas.openxmlformats.org/officeDocument/2006/relationships/slide" Target="/ppt/slides/slide20.xml" Id="R2bbae5867cec4a2c" /><Relationship Type="http://schemas.openxmlformats.org/officeDocument/2006/relationships/slide" Target="/ppt/slides/slide21.xml" Id="Ra94bc3c8205a4baa" /><Relationship Type="http://schemas.openxmlformats.org/officeDocument/2006/relationships/slide" Target="/ppt/slides/slide22.xml" Id="R70c0881b35194913" /><Relationship Type="http://schemas.openxmlformats.org/officeDocument/2006/relationships/slide" Target="/ppt/slides/slide23.xml" Id="Rb1a6b2d4dc504a98" /><Relationship Type="http://schemas.openxmlformats.org/officeDocument/2006/relationships/slide" Target="/ppt/slides/slide24.xml" Id="Rf4510433367446a2" /><Relationship Type="http://schemas.openxmlformats.org/officeDocument/2006/relationships/slide" Target="/ppt/slides/slide25.xml" Id="R316e7a26731e4e9b" /><Relationship Type="http://schemas.openxmlformats.org/officeDocument/2006/relationships/slide" Target="/ppt/slides/slide26.xml" Id="R282ecaee13484a18" /><Relationship Type="http://schemas.openxmlformats.org/officeDocument/2006/relationships/slide" Target="/ppt/slides/slide27.xml" Id="R8a4dff16b30a4195" /><Relationship Type="http://schemas.openxmlformats.org/officeDocument/2006/relationships/slide" Target="/ppt/slides/slide28.xml" Id="R2cac0d1e62084be9" /><Relationship Type="http://schemas.openxmlformats.org/officeDocument/2006/relationships/slide" Target="/ppt/slides/slide29.xml" Id="Rbfe1e5b3555641eb" /><Relationship Type="http://schemas.openxmlformats.org/officeDocument/2006/relationships/slide" Target="/ppt/slides/slide30.xml" Id="Rf012ba36fb0242b4" /><Relationship Type="http://schemas.openxmlformats.org/officeDocument/2006/relationships/slide" Target="/ppt/slides/slide31.xml" Id="R0e9d08b1408f47d0" /><Relationship Type="http://schemas.openxmlformats.org/officeDocument/2006/relationships/slide" Target="/ppt/slides/slide32.xml" Id="R7f21c3d545304103" /><Relationship Type="http://schemas.openxmlformats.org/officeDocument/2006/relationships/slide" Target="/ppt/slides/slide33.xml" Id="R126388ce4c9041a6" /><Relationship Type="http://schemas.openxmlformats.org/officeDocument/2006/relationships/slide" Target="/ppt/slides/slide34.xml" Id="R646d247c4e12452a" /><Relationship Type="http://schemas.openxmlformats.org/officeDocument/2006/relationships/slide" Target="/ppt/slides/slide35.xml" Id="Re9d71a434e9c48f2" /><Relationship Type="http://schemas.openxmlformats.org/officeDocument/2006/relationships/slide" Target="/ppt/slides/slide36.xml" Id="R84aa96e73d3540f5" /><Relationship Type="http://schemas.openxmlformats.org/officeDocument/2006/relationships/slide" Target="/ppt/slides/slide37.xml" Id="R07173d92f6434dfa" /><Relationship Type="http://schemas.openxmlformats.org/officeDocument/2006/relationships/slide" Target="/ppt/slides/slide38.xml" Id="R8af7479ba4764a26" /><Relationship Type="http://schemas.openxmlformats.org/officeDocument/2006/relationships/slide" Target="/ppt/slides/slide39.xml" Id="R180ab53627394e4c" /><Relationship Type="http://schemas.openxmlformats.org/officeDocument/2006/relationships/slide" Target="/ppt/slides/slide40.xml" Id="Rec74559f2f5b45b9" /><Relationship Type="http://schemas.openxmlformats.org/officeDocument/2006/relationships/slide" Target="/ppt/slides/slide41.xml" Id="Rbfd5f945a5414848" /><Relationship Type="http://schemas.openxmlformats.org/officeDocument/2006/relationships/slide" Target="/ppt/slides/slide42.xml" Id="R205be0cb7f014e5b" /><Relationship Type="http://schemas.openxmlformats.org/officeDocument/2006/relationships/slide" Target="/ppt/slides/slide43.xml" Id="R557c4528464b4a2a" /><Relationship Type="http://schemas.openxmlformats.org/officeDocument/2006/relationships/slide" Target="/ppt/slides/slide44.xml" Id="R05fb352bc3d44bb9" /><Relationship Type="http://schemas.openxmlformats.org/officeDocument/2006/relationships/slide" Target="/ppt/slides/slide45.xml" Id="R28cbe36fa5624de5" /><Relationship Type="http://schemas.openxmlformats.org/officeDocument/2006/relationships/slide" Target="/ppt/slides/slide46.xml" Id="Rfd39950fa63746c3" /><Relationship Type="http://schemas.openxmlformats.org/officeDocument/2006/relationships/slide" Target="/ppt/slides/slide47.xml" Id="R2add43896fe4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ff55dbf5144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55f83493b4ef6" /><Relationship Type="http://schemas.openxmlformats.org/officeDocument/2006/relationships/notesMaster" Target="/ppt/notesMasters/notesMaster1.xml" Id="Rb910a8b3094543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01baca6e34965" /><Relationship Type="http://schemas.openxmlformats.org/officeDocument/2006/relationships/notesMaster" Target="/ppt/notesMasters/notesMaster1.xml" Id="Raac448fe623443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35b218458428c" /><Relationship Type="http://schemas.openxmlformats.org/officeDocument/2006/relationships/notesMaster" Target="/ppt/notesMasters/notesMaster1.xml" Id="Rba3e3a920ff5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f92b21a334abd" /><Relationship Type="http://schemas.openxmlformats.org/officeDocument/2006/relationships/notesMaster" Target="/ppt/notesMasters/notesMaster1.xml" Id="Re71401ba029442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aad81384346f4" /><Relationship Type="http://schemas.openxmlformats.org/officeDocument/2006/relationships/notesMaster" Target="/ppt/notesMasters/notesMaster1.xml" Id="R961dc66f127a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af5773883d4472" /><Relationship Type="http://schemas.openxmlformats.org/officeDocument/2006/relationships/notesMaster" Target="/ppt/notesMasters/notesMaster1.xml" Id="Rfe58998c0fcd40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f042d75df8460c" /><Relationship Type="http://schemas.openxmlformats.org/officeDocument/2006/relationships/notesMaster" Target="/ppt/notesMasters/notesMaster1.xml" Id="R4907492216ea41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27ddb64e35431d" /><Relationship Type="http://schemas.openxmlformats.org/officeDocument/2006/relationships/notesMaster" Target="/ppt/notesMasters/notesMaster1.xml" Id="R9f186c2ceedb48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3e5cbe476b4bd7" /><Relationship Type="http://schemas.openxmlformats.org/officeDocument/2006/relationships/notesMaster" Target="/ppt/notesMasters/notesMaster1.xml" Id="Ra65bf49286b444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b4365753d470e" /><Relationship Type="http://schemas.openxmlformats.org/officeDocument/2006/relationships/notesMaster" Target="/ppt/notesMasters/notesMaster1.xml" Id="R21e1f3fe792f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1a404fc54540d1" /><Relationship Type="http://schemas.openxmlformats.org/officeDocument/2006/relationships/notesMaster" Target="/ppt/notesMasters/notesMaster1.xml" Id="R19c0f5c43c2842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d6939b78ed481b" /><Relationship Type="http://schemas.openxmlformats.org/officeDocument/2006/relationships/notesMaster" Target="/ppt/notesMasters/notesMaster1.xml" Id="R0fe2297099ac4b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0fc09273543ef" /><Relationship Type="http://schemas.openxmlformats.org/officeDocument/2006/relationships/notesMaster" Target="/ppt/notesMasters/notesMaster1.xml" Id="Ra0c9258a3abe4a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1f19f287e54424" /><Relationship Type="http://schemas.openxmlformats.org/officeDocument/2006/relationships/notesMaster" Target="/ppt/notesMasters/notesMaster1.xml" Id="Rfb3f8832718f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d8a9de87c746f4" /><Relationship Type="http://schemas.openxmlformats.org/officeDocument/2006/relationships/notesMaster" Target="/ppt/notesMasters/notesMaster1.xml" Id="R05a187a566b148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2c57c141e44650" /><Relationship Type="http://schemas.openxmlformats.org/officeDocument/2006/relationships/notesMaster" Target="/ppt/notesMasters/notesMaster1.xml" Id="R0426450caa6043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01e7ef2fba42bf" /><Relationship Type="http://schemas.openxmlformats.org/officeDocument/2006/relationships/notesMaster" Target="/ppt/notesMasters/notesMaster1.xml" Id="R97ad8088869c45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0aef390ac6454e" /><Relationship Type="http://schemas.openxmlformats.org/officeDocument/2006/relationships/notesMaster" Target="/ppt/notesMasters/notesMaster1.xml" Id="Rfcaab3af3bd64d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0f7a4da7d745e3" /><Relationship Type="http://schemas.openxmlformats.org/officeDocument/2006/relationships/notesMaster" Target="/ppt/notesMasters/notesMaster1.xml" Id="R50607114161e41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2c874a68094580" /><Relationship Type="http://schemas.openxmlformats.org/officeDocument/2006/relationships/notesMaster" Target="/ppt/notesMasters/notesMaster1.xml" Id="Reb9288f49a0f48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b1dbf3fc28492f" /><Relationship Type="http://schemas.openxmlformats.org/officeDocument/2006/relationships/notesMaster" Target="/ppt/notesMasters/notesMaster1.xml" Id="R6de648f116ea47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40f1b2b50c4229" /><Relationship Type="http://schemas.openxmlformats.org/officeDocument/2006/relationships/notesMaster" Target="/ppt/notesMasters/notesMaster1.xml" Id="Rd658e0ed833b4b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6abf241b1a4b07" /><Relationship Type="http://schemas.openxmlformats.org/officeDocument/2006/relationships/notesMaster" Target="/ppt/notesMasters/notesMaster1.xml" Id="R3b06ad61b3034e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0f81fc0e6c4db9" /><Relationship Type="http://schemas.openxmlformats.org/officeDocument/2006/relationships/notesMaster" Target="/ppt/notesMasters/notesMaster1.xml" Id="Rca84429ac14c4e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41554722cb4435" /><Relationship Type="http://schemas.openxmlformats.org/officeDocument/2006/relationships/notesMaster" Target="/ppt/notesMasters/notesMaster1.xml" Id="R1cd38de241e64f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85a67cd66443c4" /><Relationship Type="http://schemas.openxmlformats.org/officeDocument/2006/relationships/notesMaster" Target="/ppt/notesMasters/notesMaster1.xml" Id="R1bd1b4e154a740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6142e520414de7" /><Relationship Type="http://schemas.openxmlformats.org/officeDocument/2006/relationships/notesMaster" Target="/ppt/notesMasters/notesMaster1.xml" Id="R3390c8c6c1ae443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f09ef22f4b4550" /><Relationship Type="http://schemas.openxmlformats.org/officeDocument/2006/relationships/notesMaster" Target="/ppt/notesMasters/notesMaster1.xml" Id="Re053c6ac780542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40d3af7c1442a6" /><Relationship Type="http://schemas.openxmlformats.org/officeDocument/2006/relationships/notesMaster" Target="/ppt/notesMasters/notesMaster1.xml" Id="R7d6cf9f5418c4c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8a172bd6b246c5" /><Relationship Type="http://schemas.openxmlformats.org/officeDocument/2006/relationships/notesMaster" Target="/ppt/notesMasters/notesMaster1.xml" Id="R5b8267a03b3f47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33fd7459da4b72" /><Relationship Type="http://schemas.openxmlformats.org/officeDocument/2006/relationships/notesMaster" Target="/ppt/notesMasters/notesMaster1.xml" Id="R20fffee46bf047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f5865117be4c60" /><Relationship Type="http://schemas.openxmlformats.org/officeDocument/2006/relationships/notesMaster" Target="/ppt/notesMasters/notesMaster1.xml" Id="R7e269a115a4b46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7a706489f764199" /><Relationship Type="http://schemas.openxmlformats.org/officeDocument/2006/relationships/notesMaster" Target="/ppt/notesMasters/notesMaster1.xml" Id="R3f3aa28fd9f4400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da050ba80f40fe" /><Relationship Type="http://schemas.openxmlformats.org/officeDocument/2006/relationships/notesMaster" Target="/ppt/notesMasters/notesMaster1.xml" Id="Rcdb5dc2d24cb4c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fa991e1e82d449b" /><Relationship Type="http://schemas.openxmlformats.org/officeDocument/2006/relationships/notesMaster" Target="/ppt/notesMasters/notesMaster1.xml" Id="R0c291de0a81541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b8ec1c859e4ef3" /><Relationship Type="http://schemas.openxmlformats.org/officeDocument/2006/relationships/notesMaster" Target="/ppt/notesMasters/notesMaster1.xml" Id="Rd7d20acd5191440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c3be8d1e68c4558" /><Relationship Type="http://schemas.openxmlformats.org/officeDocument/2006/relationships/notesMaster" Target="/ppt/notesMasters/notesMaster1.xml" Id="R9d7c71a6ae154d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0dfb45057e4721" /><Relationship Type="http://schemas.openxmlformats.org/officeDocument/2006/relationships/notesMaster" Target="/ppt/notesMasters/notesMaster1.xml" Id="Re7408f03bb8b4cc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41ad5a646a7493f" /><Relationship Type="http://schemas.openxmlformats.org/officeDocument/2006/relationships/notesMaster" Target="/ppt/notesMasters/notesMaster1.xml" Id="R2b9af7716981487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54352323284f89" /><Relationship Type="http://schemas.openxmlformats.org/officeDocument/2006/relationships/notesMaster" Target="/ppt/notesMasters/notesMaster1.xml" Id="R59ef5f0fe6bd462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c59aaa4dc524683" /><Relationship Type="http://schemas.openxmlformats.org/officeDocument/2006/relationships/notesMaster" Target="/ppt/notesMasters/notesMaster1.xml" Id="R14463edd8fbe4e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43a7a55e65a4ad9" /><Relationship Type="http://schemas.openxmlformats.org/officeDocument/2006/relationships/notesMaster" Target="/ppt/notesMasters/notesMaster1.xml" Id="R0878d8db539b43c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3dd4d814e744fb4" /><Relationship Type="http://schemas.openxmlformats.org/officeDocument/2006/relationships/notesMaster" Target="/ppt/notesMasters/notesMaster1.xml" Id="Red8f286d1a2e43b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f1f1828c2da4f6a" /><Relationship Type="http://schemas.openxmlformats.org/officeDocument/2006/relationships/notesMaster" Target="/ppt/notesMasters/notesMaster1.xml" Id="Rf5e84575983e4e3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874f06c0aff4b5a" /><Relationship Type="http://schemas.openxmlformats.org/officeDocument/2006/relationships/notesMaster" Target="/ppt/notesMasters/notesMaster1.xml" Id="R7c55c020d2d348f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43456f62d294034" /><Relationship Type="http://schemas.openxmlformats.org/officeDocument/2006/relationships/notesMaster" Target="/ppt/notesMasters/notesMaster1.xml" Id="Rdd91fa281a21474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5d2269cbbb647ec" /><Relationship Type="http://schemas.openxmlformats.org/officeDocument/2006/relationships/notesMaster" Target="/ppt/notesMasters/notesMaster1.xml" Id="R7f6276d9a95440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0:00–4:00。坪田まゆみが挨拶。10分で一つのフレーズの聞こえ方を比べる体験を約束する。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LPと同じ悩みを提示。相手の発言を聞き逃して返答が止まる場面を話す。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約10分のワークの予告。全ての英語が聞こえる保証ではなく、一つのフレーズの前後比較である。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4:00–10:00。数字と肩書は最新プロフィールに基づく。本人の実写真を使用。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2026-10-26の坪田さん本人のミーティング談。girlの細かな音の再現は本人の収録で決める。企業研修・コーチング・講師指導の実績は前後の発話で話す。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議題と資料は分かっていても、発言の一語を拾えない場面を描く。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勉強量を増やす前に自分の課題を分ける必要を説明。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10:00–18:00。音のズレの一般説明。ここでは音声Aの英文を表示しない。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英語の強弱の概念を、特定のワーク英文を明かさずに説明する。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聞こえない原因を音の予測のズレとして説明。語彙や意味が原因の場合もある。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化石化は全員が必ず悪化する意味ではない。必要以上に不安をあおらない。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この順番をワークと講座の共通言語にする。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教育研究のフィードバック分析は「内容で働きが変わる」根拠。出典：Wisniewskiほか（2020）, Frontiers in Psychology, https://www.frontiersin.org/journals/psychology/articles/10.3389/fpsyg.2019.03087/full 。坪田講座の効果証明にはしない。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18:00–21:00。音声Aを出す前の準備。録音できなくても声に出すだけで進められる。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英文と意味をまだ見せない。正解を急がせない。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21:00–33:00。音声A He must have been busy. を字幕なしで2回。初回と後の26枚目は同じ音声ファイルを使う。各回後に台本どおり待機。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忙しい等の語が拾えたか。個人の反応を決めつけない。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音声Aの英文をここで初めて表示。文字なら分かるかを確認する。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強弱の説明は坪田さんの実際の発話に合わせ、複数の自然な言い方を否定しない。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坪田さんがゆっくり版と自然な版を実演。字幕は発話と同期。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聞き分けの対象を一箇所に絞る。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発声待ちを3回。画面は発声中そのまま保持。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強いところと弱く短くなるところを意識して発声。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録音・再生に約60秒。録音が難しければ長さと切れ目を意識して発声。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全部の音を一度に採点しない。見本と違う部分を一つだけ選ぶ。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16枚目と完全に同一の音声Aを字幕なしで再生。理解・記憶の影響があるため、この一回で全体の聞き取り改善と断定しない。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音声B It must have been a long meeting. を英文非表示で2回。Aと違う文で確かめる。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英文Bをここで初めて表示。must have been を見つけたか確認し、一度声に出す。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33:00–40:00。どの結果も価値があることを伝え、練習の選び方に進む。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一文の体験を他の文へ広げる。会議全体が聞こえる保証にしない。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聞こえなかったことを失敗扱いしない。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発音が主因でない場合は語彙や文の意味を先に見る。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AIは英文の説明や会話練習に役立つ。音を扱えないとは言わない。今日のワークで実践したように、実際の練習を続ける環境が必要だと話す。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40:00–53:00。ここで商品名を初めて大きく表示する。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診断未購入者は講座の実施前コーチング60分。診断購入者は購入済みの発音診断45分で現在地を確認。診断は講座のコーチングには数えない。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カリキュラムの順番。日数と教材の表示は商品正本に合わせる。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販売ページで使用済みの坪田学習アプリ画面。細かい本文を読ませず、毎日の進め方を見せる。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実際に教材にある仕事の英語例文を、坪田さんが一つ紹介する。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提出音声への添削は合計3回。毎日の録音全部を坪田さんが見る意味ではない。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21日間後の見直し。全ての英語が聞こえる保証をしない。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講座に含む個別コーチングは、診断未購入者が実施前・終了後60分×2回、診断購入者は終了後60分×1回。購入済みの診断45分は別商品。アプリは最初の個別セッション後30日間閲覧。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AIとの比較は説明の有無ではなく実践の仕組み。AIを教材や採点には使わない。学習経験者向けであることも話す。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53:00–57:00。視聴中価格の条件は実際の配信・決済時刻と一致させる。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購入済み診断45分は別商品。講座には終了後の個別コーチング60分×1回と音声添削3回を含む。診断購入者には追加33,820円の決済を表示。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一日の学習は平均15–20分程度が目安。「10ミニッツ」は総学習時間10分の保証ではない。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57:00–60:00。自分で別文へ広げる道と、坪田さんの見立て・添削で進む道を示す。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教育本編は共通。提供内容と価格の終盤は診断購入状態で差し替え収録し、ページ下の申込欄と決済額も分岐させる。</a:t>
            </a:r>
          </a:p>
          <a:p xmlns:a="http://schemas.openxmlformats.org/drawingml/2006/main">
            <a:r>
              <a:t>制作正本：/Users/tanakayuichi/Documents/ChatGPT/坪田/ウェビナー/20261024_後藤式構成_21日間チャレンジコース_坪田単独版.md／/Users/tanakayuichi/Documents/ChatGPT/坪田/ウェビナー/20261024_スライド構成案_坪田単独60分.md。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090a3f83e4e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9582ae23448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1a3bcaf1b4a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e86d86f24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a8c5325074e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4e536148f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6FFE76-22B3-4C9B-A20C-8F70D8321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1A9641-FD58-40DF-82BC-04824EB1B7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114320-BB37-419F-8710-5F5E6694D1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49502B-4402-4748-A2B6-4C5DE1F4D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324C59-2ED2-4CFA-BD7A-BB0AFBC76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34A751-FC09-4536-BB93-F70E6D565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681748-5945-410F-BB9B-D3E23D6DE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B10959-BA82-4C3E-BD53-C4AB192224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FC0237-7E8D-4D27-BF4A-C75B0D154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B920FE-79F6-4AA7-96C2-640C63253D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f3482d3d04411d" /><Relationship Type="http://schemas.openxmlformats.org/officeDocument/2006/relationships/slideLayout" Target="/ppt/slideLayouts/slideLayout1.xml" Id="Rcd4f1310cd2f4427" /><Relationship Type="http://schemas.openxmlformats.org/officeDocument/2006/relationships/slideLayout" Target="/ppt/slideLayouts/slideLayout2.xml" Id="R2e036ba5a9a248f9" /><Relationship Type="http://schemas.openxmlformats.org/officeDocument/2006/relationships/slideLayout" Target="/ppt/slideLayouts/slideLayout3.xml" Id="Rc57facdcca6f4068" /><Relationship Type="http://schemas.openxmlformats.org/officeDocument/2006/relationships/slideLayout" Target="/ppt/slideLayouts/slideLayout4.xml" Id="R474e97d7c4264bf3" /><Relationship Type="http://schemas.openxmlformats.org/officeDocument/2006/relationships/slideLayout" Target="/ppt/slideLayouts/slideLayout5.xml" Id="R6b6c9703fd174d8f" /><Relationship Type="http://schemas.openxmlformats.org/officeDocument/2006/relationships/slideLayout" Target="/ppt/slideLayouts/slideLayout6.xml" Id="Raa340d2121e3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f1310cd2f4427"/>
    <p:sldLayoutId xmlns:r="http://schemas.openxmlformats.org/officeDocument/2006/relationships" id="2147483650" r:id="R2e036ba5a9a248f9"/>
    <p:sldLayoutId xmlns:r="http://schemas.openxmlformats.org/officeDocument/2006/relationships" id="2147483651" r:id="Rc57facdcca6f4068"/>
    <p:sldLayoutId xmlns:r="http://schemas.openxmlformats.org/officeDocument/2006/relationships" id="2147483652" r:id="R474e97d7c4264bf3"/>
    <p:sldLayoutId xmlns:r="http://schemas.openxmlformats.org/officeDocument/2006/relationships" id="2147483653" r:id="R6b6c9703fd174d8f"/>
    <p:sldLayoutId xmlns:r="http://schemas.openxmlformats.org/officeDocument/2006/relationships" id="2147483654" r:id="Raa340d2121e3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2f17a570e4b7b" /><Relationship Type="http://schemas.openxmlformats.org/officeDocument/2006/relationships/notesSlide" Target="/ppt/notesSlides/notesSlide1.xml" Id="Rf81b1fd66554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725e85d524303" /><Relationship Type="http://schemas.openxmlformats.org/officeDocument/2006/relationships/notesSlide" Target="/ppt/notesSlides/notesSlide2.xml" Id="R01e4c05ee03d4b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7575193b447dd" /><Relationship Type="http://schemas.openxmlformats.org/officeDocument/2006/relationships/notesSlide" Target="/ppt/notesSlides/notesSlide3.xml" Id="Rb3b37b0c7efa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a411212ea4037" /><Relationship Type="http://schemas.openxmlformats.org/officeDocument/2006/relationships/image" Target="/ppt/media/image.png" Id="R1aeef3e6aa114bd5" /><Relationship Type="http://schemas.openxmlformats.org/officeDocument/2006/relationships/notesSlide" Target="/ppt/notesSlides/notesSlide4.xml" Id="R7bd364832f78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0833780064776" /><Relationship Type="http://schemas.openxmlformats.org/officeDocument/2006/relationships/notesSlide" Target="/ppt/notesSlides/notesSlide5.xml" Id="Rc6b1c2bc8d1c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40a5956b148cf" /><Relationship Type="http://schemas.openxmlformats.org/officeDocument/2006/relationships/notesSlide" Target="/ppt/notesSlides/notesSlide6.xml" Id="R6da088a356bc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7fd5f36b4420c" /><Relationship Type="http://schemas.openxmlformats.org/officeDocument/2006/relationships/notesSlide" Target="/ppt/notesSlides/notesSlide7.xml" Id="Ra64c89a90ac4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6e5a2678e4730" /><Relationship Type="http://schemas.openxmlformats.org/officeDocument/2006/relationships/notesSlide" Target="/ppt/notesSlides/notesSlide8.xml" Id="Re6c3f113f4b146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c27c9b1424f6f" /><Relationship Type="http://schemas.openxmlformats.org/officeDocument/2006/relationships/notesSlide" Target="/ppt/notesSlides/notesSlide9.xml" Id="Ra707017a5f3a43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45f650bab4831" /><Relationship Type="http://schemas.openxmlformats.org/officeDocument/2006/relationships/notesSlide" Target="/ppt/notesSlides/notesSlide10.xml" Id="Rbeb35728ad7e4f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86996f73f4b3f" /><Relationship Type="http://schemas.openxmlformats.org/officeDocument/2006/relationships/notesSlide" Target="/ppt/notesSlides/notesSlide11.xml" Id="Rb611cbf1f4a644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eec099ceb4a09" /><Relationship Type="http://schemas.openxmlformats.org/officeDocument/2006/relationships/notesSlide" Target="/ppt/notesSlides/notesSlide12.xml" Id="Ra6617cd5851143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d41296ffd4b50" /><Relationship Type="http://schemas.openxmlformats.org/officeDocument/2006/relationships/notesSlide" Target="/ppt/notesSlides/notesSlide13.xml" Id="R067ea6bd7ef14f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852a0b8e1443c" /><Relationship Type="http://schemas.openxmlformats.org/officeDocument/2006/relationships/notesSlide" Target="/ppt/notesSlides/notesSlide14.xml" Id="Rab28c154af6d4d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b8560ea994ae6" /><Relationship Type="http://schemas.openxmlformats.org/officeDocument/2006/relationships/notesSlide" Target="/ppt/notesSlides/notesSlide15.xml" Id="R874cde6e1bf540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20963e68a4dfa" /><Relationship Type="http://schemas.openxmlformats.org/officeDocument/2006/relationships/notesSlide" Target="/ppt/notesSlides/notesSlide16.xml" Id="R076f39ed7e1749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a8a4260a54a8b" /><Relationship Type="http://schemas.openxmlformats.org/officeDocument/2006/relationships/notesSlide" Target="/ppt/notesSlides/notesSlide17.xml" Id="Rd027b54fc33b42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85db3ea4f4cff" /><Relationship Type="http://schemas.openxmlformats.org/officeDocument/2006/relationships/notesSlide" Target="/ppt/notesSlides/notesSlide18.xml" Id="Rf3d785ffb8f244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2b49d2bb940be" /><Relationship Type="http://schemas.openxmlformats.org/officeDocument/2006/relationships/notesSlide" Target="/ppt/notesSlides/notesSlide19.xml" Id="R3a03ab3e23c74c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37cdf63ee4b3f" /><Relationship Type="http://schemas.openxmlformats.org/officeDocument/2006/relationships/notesSlide" Target="/ppt/notesSlides/notesSlide20.xml" Id="R0ad385174dbe497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07ecf1c534afe" /><Relationship Type="http://schemas.openxmlformats.org/officeDocument/2006/relationships/notesSlide" Target="/ppt/notesSlides/notesSlide21.xml" Id="Re86bd22c7e994c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3826422c44a96" /><Relationship Type="http://schemas.openxmlformats.org/officeDocument/2006/relationships/notesSlide" Target="/ppt/notesSlides/notesSlide22.xml" Id="R7e2c0f3fa1cd45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5aa1fb1124789" /><Relationship Type="http://schemas.openxmlformats.org/officeDocument/2006/relationships/notesSlide" Target="/ppt/notesSlides/notesSlide23.xml" Id="Rcbbf9f59acbc49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f4de8317d44bd" /><Relationship Type="http://schemas.openxmlformats.org/officeDocument/2006/relationships/notesSlide" Target="/ppt/notesSlides/notesSlide24.xml" Id="R3c33f94c6b3642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c486a85414753" /><Relationship Type="http://schemas.openxmlformats.org/officeDocument/2006/relationships/notesSlide" Target="/ppt/notesSlides/notesSlide25.xml" Id="Ref45cf081d7541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a51adb3f54507" /><Relationship Type="http://schemas.openxmlformats.org/officeDocument/2006/relationships/notesSlide" Target="/ppt/notesSlides/notesSlide26.xml" Id="R9690aef549934d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195f3ff584b46" /><Relationship Type="http://schemas.openxmlformats.org/officeDocument/2006/relationships/notesSlide" Target="/ppt/notesSlides/notesSlide27.xml" Id="R40696ae126a24c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c6dd4a2d445f3" /><Relationship Type="http://schemas.openxmlformats.org/officeDocument/2006/relationships/notesSlide" Target="/ppt/notesSlides/notesSlide28.xml" Id="R71e9e4c6c46a4db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5f65be848431c" /><Relationship Type="http://schemas.openxmlformats.org/officeDocument/2006/relationships/notesSlide" Target="/ppt/notesSlides/notesSlide29.xml" Id="R0f263f3ecd8443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5d817f2624146" /><Relationship Type="http://schemas.openxmlformats.org/officeDocument/2006/relationships/notesSlide" Target="/ppt/notesSlides/notesSlide30.xml" Id="R108397afba9c4e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2f4b15c164476" /><Relationship Type="http://schemas.openxmlformats.org/officeDocument/2006/relationships/notesSlide" Target="/ppt/notesSlides/notesSlide31.xml" Id="R04fea74c642041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2c0ae18454408" /><Relationship Type="http://schemas.openxmlformats.org/officeDocument/2006/relationships/notesSlide" Target="/ppt/notesSlides/notesSlide32.xml" Id="Rd4bbf6c3c39b4d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52cda6d1b4184" /><Relationship Type="http://schemas.openxmlformats.org/officeDocument/2006/relationships/notesSlide" Target="/ppt/notesSlides/notesSlide33.xml" Id="R3ab49906442e4f4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757a714ef4397" /><Relationship Type="http://schemas.openxmlformats.org/officeDocument/2006/relationships/notesSlide" Target="/ppt/notesSlides/notesSlide34.xml" Id="Rc558cad1ad3849f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db6cff2944549" /><Relationship Type="http://schemas.openxmlformats.org/officeDocument/2006/relationships/notesSlide" Target="/ppt/notesSlides/notesSlide35.xml" Id="R1d6278be4d3741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5218053e24c45" /><Relationship Type="http://schemas.openxmlformats.org/officeDocument/2006/relationships/notesSlide" Target="/ppt/notesSlides/notesSlide36.xml" Id="R6dae1f741b914f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9de0b699b4d28" /><Relationship Type="http://schemas.openxmlformats.org/officeDocument/2006/relationships/image" Target="/ppt/media/image2.png" Id="R6b54ee81bef0491c" /><Relationship Type="http://schemas.openxmlformats.org/officeDocument/2006/relationships/image" Target="/ppt/media/image3.png" Id="R1a87b405b58947dc" /><Relationship Type="http://schemas.openxmlformats.org/officeDocument/2006/relationships/image" Target="/ppt/media/image4.png" Id="R47f05fb85e1f48fe" /><Relationship Type="http://schemas.openxmlformats.org/officeDocument/2006/relationships/notesSlide" Target="/ppt/notesSlides/notesSlide37.xml" Id="Ra74f3f31fc9a4e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b95f57e85400d" /><Relationship Type="http://schemas.openxmlformats.org/officeDocument/2006/relationships/notesSlide" Target="/ppt/notesSlides/notesSlide38.xml" Id="R60258b018aad48f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c3a1939a34850" /><Relationship Type="http://schemas.openxmlformats.org/officeDocument/2006/relationships/notesSlide" Target="/ppt/notesSlides/notesSlide39.xml" Id="R95d576dd6cf746d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84dc9d0424040" /><Relationship Type="http://schemas.openxmlformats.org/officeDocument/2006/relationships/notesSlide" Target="/ppt/notesSlides/notesSlide40.xml" Id="R727df0679224492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52712ace045b9" /><Relationship Type="http://schemas.openxmlformats.org/officeDocument/2006/relationships/notesSlide" Target="/ppt/notesSlides/notesSlide41.xml" Id="Rb128acc47c71496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e43290c2f44e4" /><Relationship Type="http://schemas.openxmlformats.org/officeDocument/2006/relationships/notesSlide" Target="/ppt/notesSlides/notesSlide42.xml" Id="Rb5c392d4c16646a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e3ac7388a4054" /><Relationship Type="http://schemas.openxmlformats.org/officeDocument/2006/relationships/notesSlide" Target="/ppt/notesSlides/notesSlide43.xml" Id="R9db155523cff46c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afa0aaeb14df4" /><Relationship Type="http://schemas.openxmlformats.org/officeDocument/2006/relationships/notesSlide" Target="/ppt/notesSlides/notesSlide44.xml" Id="R621373799800422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e1e72c7fb44b3" /><Relationship Type="http://schemas.openxmlformats.org/officeDocument/2006/relationships/notesSlide" Target="/ppt/notesSlides/notesSlide45.xml" Id="R7fd458fbee44411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b1a2322854e16" /><Relationship Type="http://schemas.openxmlformats.org/officeDocument/2006/relationships/notesSlide" Target="/ppt/notesSlides/notesSlide46.xml" Id="Re6fe61c1ba814f0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4cf93f2254219" /><Relationship Type="http://schemas.openxmlformats.org/officeDocument/2006/relationships/notesSlide" Target="/ppt/notesSlides/notesSlide47.xml" Id="R0365a5816de24e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16F81-06F4-4F6C-9C3E-82658C5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9B20-56C2-4BD9-ABF9-CE534B4C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F8BA7-7C16-4BB1-8701-21776B0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043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85DC-9AC0-4429-9A5D-9275DAAA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043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魔法の10ミニッツ</a:t>
            </a:r>
          </a:p>
          <a:p xmlns:a="http://schemas.openxmlformats.org/drawingml/2006/main">
            <a:pPr algn="ctr">
              <a:def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発音メソッド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CC650-E4C4-455B-806F-2323121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B348-BE15-44F8-97BB-EC64AFB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英会話が驚くほど上達する</a:t>
            </a:r>
          </a:p>
          <a:p xmlns:a="http://schemas.openxmlformats.org/drawingml/2006/main">
            <a:pPr algn="ctr">
              <a:def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無料オンラインセミナー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CDD06-A6E8-4097-B1DB-CA015849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　坪田まゆみ</a:t>
            </a:r>
          </a:p>
        </p:txBody>
      </p:sp>
    </p:spTree>
    <p:extLst>
      <p:ext uri="{BB962C8B-B14F-4D97-AF65-F5344CB8AC3E}">
        <p14:creationId xmlns:p14="http://schemas.microsoft.com/office/powerpoint/2010/main" val="686547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660DA-4741-4FFD-898A-0442B79A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FFD10-FB4A-4A05-BA47-2067EC40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0F50D-C042-4631-811E-9546B9D0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英文資料は読めるのに、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会議では知っている言葉を聞き逃す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81E44-4022-41B1-86A4-9DC8166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A1CAF-CDCA-4C6C-A5DF-8C6CEC7E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仕事で英語を使う40代・50代へ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C1DD4-B553-41BD-AB32-6DF83AD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1041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50B22-E356-40BF-B979-2ED03B91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839FD-629C-4D1A-A723-0299B130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6394C-FF14-42FC-896A-5AD7559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たった10分で、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聞こえ方を比べる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5524A-0161-46FC-B69E-D0568253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F4FDC-4816-4526-B530-7FE90F5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一つのフレーズを聞く。声に出す。同じ音声をもう一度聞く。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BF351-AF9D-41C2-8330-C8429B2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993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258BE-02D3-46CB-994B-B587030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03077-8364-4DDD-9866-FC8040E2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22453-CC0D-4EC1-ABD6-89936402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"/>
            <a:ext cx="633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12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坪田まゆみ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8476C-9CC9-45AB-B5E6-EF6BE7A0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英語のパーソナルトレーナー</a:t>
            </a:r>
          </a:p>
          <a:p xmlns:a="http://schemas.openxmlformats.org/drawingml/2006/main">
            <a:pPr algn="l">
              <a:def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講師歴25年以上・のべ4,000人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B83FF-CED3-4BCE-A2F0-9770BAB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あなたの音を聞き、直す場所を絞ります。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2C72A-C55C-417D-A7E0-60B201EDB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ef3e6aa114bd5"/>
          <a:srcRect xmlns:a="http://schemas.openxmlformats.org/drawingml/2006/main" l="0" t="1945" r="0" b="1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904875"/>
            <a:ext cx="3476625" cy="5000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725AE-871C-4B26-8CB5-5B8DED3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291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A3A2-09E4-43EB-888A-74D85458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75895-BB32-41E9-A1E2-AE2573AA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3CD2E-3277-443E-A6A1-7AC59B43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教科書の「ガール」と、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耳で覚えた音が違った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7F9AD-0E60-41CC-AAB6-70C19B1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46B40-0A46-41F6-B03A-391C6EA2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中学1年の夏、アメリカで気づいた音のズレ。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98B0F-92C8-4B47-878F-D8D981E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6360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3197B-B637-4B33-926F-4453625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8EBEB-6475-4D7A-B9FC-DE8A27A0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29FBD-186F-4E47-B5F9-3E08902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会議で止まる、一瞬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5B87E-D3E9-4817-BB63-636C20C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3983F-943C-4E7A-8ED8-A85C59D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知っている一語が、つながった音の中に埋もれる。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E13B-CB6C-4E8C-B3DC-63BAFD3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3068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97728-0C47-48EC-9FB8-A3AE0593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2FC8D-D645-4681-A14F-DEB067F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D284B-0B3D-425D-ABA5-1682E62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練習を増やす前に、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止まる場所を知る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8ABC0-2888-422E-9977-DB3E789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83FCC-B92F-4260-BFB8-AC1D357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単語を足す前に、聞こえなかった音を確かめる。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D3C63-BBAA-4D97-8434-DE7395BF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9278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345C4-F0E8-4C70-83F9-7549CE7D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2D63A-D3E7-4756-8EBD-DE949EBB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10772-0936-4990-9ACC-0CDAB88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文字で見る英語と、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会話で聞く音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0E83-DAE1-4E24-9C8A-EEC016D0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E010B-C3BD-447B-ACFF-E79267F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同じ単語でも、文の中では強さと長さが変わります。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D7D16-84E6-4EBC-BD4A-038609E8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0840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2873D-B82A-482E-BE63-ADEBC3D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14BAA-6C8C-4D3C-B994-107C664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25A75-E271-44A1-8A9B-F2081518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強くなる語、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弱く短くなる語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A2A7B-99F1-4F2D-A8AD-8F336A7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C7EF1-3169-414A-B954-30A7B48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全部の語が、同じ強さでは話されません。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F2143-2514-4636-9512-F49BCAED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7503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5CBA-3B64-49B9-BCA2-E67BF40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7260F-AA39-4D03-B8E5-2B21208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55F24-FF8F-42B3-8D81-A85A33F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知っている単語が、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知らない音に聞こえる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203E8-145D-45AC-A693-8E107489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7EE19-7BDB-4D6A-9E54-7B01794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頭の中で待っていた音と、実際に届く音が違う。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DC32-57BB-498F-9D58-5DD2F54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1825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EB878-33BC-4749-9428-C2E8E28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79C8D-ACD7-459C-9149-09F3BC0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D96B2-6C7C-441B-9FD5-3B9860E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慣れた読み方が</a:t>
            </a:r>
          </a:p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残ることがある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6D66F-081D-4B15-B3CD-0C5E64A2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FAB41-488D-4F2F-93B9-1C41220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同じ音で繰り返すほど、その言い方に慣れてしまう場合があります。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C670D-5DCD-4D0B-87AF-BC4327F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1004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06C65-24C4-4EA8-903D-EA6C40A0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A31D0-5F87-431A-8F40-D2C7A8B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6E792-60DE-4199-9D99-4D997507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音を見直す四つの動作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F12B3-6F6E-4C30-9475-B4EC2451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4D6F-743C-43D8-BCDD-0394D15B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27956-FC01-44EE-8654-C1EC557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D8A54-DE2E-4FFD-8826-FC634E4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特徴を知る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75045-949E-43C7-A90E-FA436ADC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F09D8-CB8A-4170-BDDB-4AE569FB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自分で出す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0F4B9-25CF-43B9-9546-2B5EE476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3B30C-EED5-4D64-87AA-A60EB84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5336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75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比べて直す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32F48-8497-4D98-A668-5625662B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1687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025B-A1AD-4C75-B675-451EEBB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24DB2-3877-4A11-BC3D-76FC842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A5AC9-E70A-40E7-A2FE-6967694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次に直す一箇所が分かる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34C7D-AB50-4A22-BD5F-4E6530C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6B73-CC55-40FF-A96C-E0D6B6F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正誤だけで終わらず、どこをどう練習するかまで。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17F79-0040-429A-8516-D11CA4A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19762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1654-EB85-470A-A15B-A87E27AE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4ABA4-504E-4F2B-B226-0E063C7F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04728-F516-42DD-8780-783E0709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最初は、英文を見ずに聞く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7F35B-4FC5-49DD-9227-6EFE2D20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A7DBE-C530-4E80-AE06-7EBF185C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メモできるものを用意してください。録音は任意です。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B5069-3EB1-4DBB-9C2B-BC2E799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2992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F487-CA41-4E6A-8920-07CEA259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A0340-2606-4420-90AA-CE647174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83C04-F1C1-4163-A792-CC2B0B6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最初の聞こえ方を残す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DB0F2-0A6E-4B4C-950D-0AA898E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C0328-7EFB-415B-8EF6-E0C5CED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聞こえた語と、聞き取れなかった場所をメモ。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C6A20-6942-4277-9F79-C84A560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85096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8FD01-024E-4943-923D-3490FDA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34C2F-A7C6-4AA5-BBF1-C030CD2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4CD83-3395-4968-AA59-1C07E43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音だけを聞いてください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DD056-9BAE-4B3E-AC24-7CB30B4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8A213-B4AC-4263-96D4-992CF8D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聞こえた語を、一つだけでもメモ。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6DB2-F90A-4390-A985-E033292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97408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71A6B-618F-4916-9740-50A7DAF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2989D-6D2A-4968-A59A-87BA2DD0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D10D-1E2A-449A-9A11-107BCEF3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最初のメモ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89A5C-81A1-46F7-AF2F-42E30B8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721D1-1678-44B4-8B14-200EEE9B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どこが聞こえましたか。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まだ答えは出しません。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BF10A-BD60-4B36-80B8-5732CC47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472609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EFAC1-AE11-432B-968E-ADF6743B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7116D-C4D9-4D06-BC82-B318510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79319-4B24-4DB4-B020-4D108C8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EF2AB-EF4C-4354-B1D2-33E4D008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50BBB-2D2B-4523-A087-B0A997C2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彼は忙しかったに違いない。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5DC5B-B1F3-43F6-8F72-5D434F5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28180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5A949-589C-43DF-8290-8678994C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634C1-257A-4F50-8B8B-78FA022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19003-4206-4E15-90B6-8EC74F8C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CFAC7-5FDA-4CE9-BAAB-AB0EA5F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3E97F-B38B-4F5B-972A-1C69B732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三つの単語を、会話の中で一つのまとまりとして聞く。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F12D2-3170-4B9A-A4A3-3F78F4D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692763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8B726-D3FA-4FBB-836A-3AD4820F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43655-D475-4E63-A6E6-180D2328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BC8ED-9B07-4DBE-9DE1-F5BA6B39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一語ずつ／会話の速さ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6E346-110A-462C-802B-42F33D0B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84E04-B23F-49AB-98DD-ACF74FC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坪田まゆみの見本を、二つの速さで聞く。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CB54-2041-4588-999E-E9B29206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419947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B73F6-CB25-421E-BA4F-05851F84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161CF-E76E-4E58-8AA9-7F2E40F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72703-47B4-4BAD-A9BD-BBCEF79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短くなる部分を聞く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AFFD1-8C74-4651-8D5F-715723A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771A3-9B6F-4FDC-9BEF-4D2CCEB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真ん中の have は、短く弱くなることがあります。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07E79-607B-4501-9B34-65AC5F1F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2736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281DC-7E66-4C6E-BE07-649808E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41766-2F45-41AC-8565-A5191D4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E1BF1-3B1F-4C4C-8187-5C47264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must have been を3回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66A40-CE46-45B2-98B8-FC58BD0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01780-F540-4A55-AE6F-37EE3A21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見本のあとに、声に出してください。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26933-DA5B-40D6-9340-622EBBB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912671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B8A24-3540-4530-B24A-71C38BAA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E180-7B0C-4702-992A-130699C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6869F-9A76-42C9-8155-6021AC4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He must have been busy.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831A9-FDC8-4DFD-A955-FBAA972F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8A25A-DB84-437B-B9AB-A7DD800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今度は文全体を2回。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52F43-76B4-47E1-AE73-DDD0B31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171774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8E17C-931C-4900-BEAF-560F7897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FC74B-6D31-4C05-A467-F04316A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ABF14-7E6B-43A1-B337-EDD3745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自分の声を一度聞く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47737-D72A-4E1D-9086-3DD8EC38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DAD93-0875-4201-8A98-B077B49D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録音できる方は、ここで一回録ってください。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ACA0-3885-47A8-8DE8-B8C9E7CE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499594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586BD-697E-4BC4-9ACF-2F8462C9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EEAB5-8E0E-46D6-A7E3-90AD51E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6FADA-1BE7-438F-9EE8-31B61B8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直す場所は一箇所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0841A-2938-48E4-AE6D-C0A72265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4428D-0994-4299-90E7-6B4E3243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長さか、つながりか。</a:t>
            </a:r>
          </a:p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一つ選んで言い直す。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AA4A4-30E9-4D5B-A280-3FE4572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237234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1502C-059C-428A-985E-2E1D42E4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E7D1A-32D0-4E29-AAB5-07B923A9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FE22F-2CAF-4595-96E5-BAF076B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同じ音声を、もう一度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2FB6C-755E-4AF8-9956-038752E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40DA9-60AD-48A2-90A6-BF8C3D3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最初より聞き取りやすい部分はありますか。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0CAD6-BDBC-482E-9DB6-86FE8EB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992853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D6C21-5E4A-4123-90EC-0751A03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FE7DD-A81F-4CD6-BDB4-D26EBB3E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B73B-2C99-471B-BF5D-706E679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別の文を、聞いてください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5A461-48F3-455F-B98A-ACE50804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89F3-05B2-4B60-A211-E4C7F248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さっき練習した音のまとまりを探す。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0A281-DE30-4B0B-B9F1-BF5B780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599768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40C87-BE98-4A7A-AF69-5A952C59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BF1DB-29B6-4198-957B-73EB6556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281B4-A678-45D3-BACC-29D3D7A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5918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It must have been</a:t>
            </a:r>
          </a:p>
          <a:p xmlns:a="http://schemas.openxmlformats.org/drawingml/2006/main">
            <a:pPr algn="ctr">
              <a:def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2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 long meeting.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DD123-3AF0-4629-9826-AB218CB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290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FB59-90DA-4311-8B0C-A28229F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長い会議だったに違いない。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0D7D4-C39D-4377-9D33-B670D16B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781438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AC6CA-7E47-4FBF-87FD-D393DED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9A2A-D56D-4121-9533-93D7237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14FFD-6447-49E8-B4A9-6E0B02B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結果は三つに分かれる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82F32-3646-40C2-BD3F-B4B1C71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18015-6DEC-4FFD-A8CB-7621022F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拾えた／まだ難しい／意味が分からなかった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C84F-DE4A-4AE7-983C-2DEACEE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291139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95A15-31E3-4DCD-B386-525DD4D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124C5-90D7-4CD9-97E5-E587F1B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775BA-BB8B-49D1-B3D6-50355604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一部分を拾えた方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04A71-3B17-4DA5-8D4E-D6A2369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79FF-91E2-4C10-8058-5106CE91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別の仕事の表現でも、同じ音の特徴を探す。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0D141-A22C-4ECF-B6CD-3A41E73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85390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8BF71-A795-47B0-8CB8-77DB23A5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63DE8-E942-48F9-B185-50F9686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8EED4-9E2F-4310-9630-A73EBCB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まだ聞き取りにくい方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007FA-9666-4657-9ED4-E8F41A6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D379-7E18-4413-BE01-7DE3048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短くなる場所と、つながる場所を小さく分ける。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8544E-EA67-4F82-B535-C03AE82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676719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63497-BA9A-40C9-AEEB-AB3647CF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4F66C-5122-4747-9A99-18FCBE44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FDFEE-9483-41DD-BAC7-20589CDC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意味が分からなかった方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52D43-861E-45EA-8222-645F85A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FFD61-08F1-4539-BCC7-EDEAE68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意味を押さえてから、音を確かめる。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BA51A-4F2C-40D9-86CB-24845762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11677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73861-424D-4469-B4A5-E246F28F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1BBB6-ACA3-4FF1-9905-41FF7ED8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7AE09-4A45-44DB-849D-093365E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AIに聞いた回数では、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発音は変わらない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7A2BB-9AF1-4FDA-8D76-6FD5B05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17762-A582-4586-BC1B-346230F8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やり方を知る → 声に出す → 比べて直す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91B11-9117-419E-8265-9E7D7139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45348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877F4-DAE5-4721-9DEF-9B83006F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0D922-8DBA-41B2-8B26-FF612DD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77CA3-DE9E-4069-8294-48345FF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21日間チャレンジコース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92C5C-BE2F-45D2-AE41-ED10E01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77261-ABBC-4B73-81AF-75DE142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今日の10分を、仕事で使う英語へ。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B0B50-5896-44CA-A8CD-6A2AC0DB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792227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02F44-EB69-4527-9E1D-C326091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B3EAA-FAA8-48FB-9A64-DD5D459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D41AD-E2E0-46D7-8966-5798DC6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開始前に、課題を見極める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61127-ED56-4E7D-A4CE-FC818BD1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D5D75-E41A-476B-867C-0A7B9B8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今の音と、練習の優先順位を決める。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B5944-F13E-4DD7-8CCA-F9D284A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5348193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2D01F-AE8F-4231-96BA-6D23977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5DAF-2B19-4FCF-A951-5ECCD058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12F84-AC32-458B-A8BE-EB5662C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838B8-339B-4E83-AF17-953D3042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806B2-7558-40BB-9157-3CE321A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1–4日目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リズム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BC58F-2A5C-4918-9D1C-28EC72A4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36C6-8DAD-4BD1-B739-04F7E1C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5–11日目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音の変化と発声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21027-75B6-4087-A2D8-C75ED26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F4B49-E995-497F-8F3C-5B44AC04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12–21日目</a:t>
            </a:r>
          </a:p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100例文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BF6EA-A450-4D1E-ADDA-1185C6B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5006462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BF91A-2BF5-4A3F-BF3F-318F776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E0209-1F2A-466C-B984-7D438ADF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9CC6B-9752-43F2-9832-981D2D1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1062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学習アプリで、</a:t>
            </a:r>
          </a:p>
          <a:p xmlns:a="http://schemas.openxmlformats.org/drawingml/2006/main">
            <a:pPr algn="l">
              <a:def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45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毎日の課題を見る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504B-5D2C-497A-B171-EF56CE07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解説を見て、聞いて、声に出して確かめる。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16CFC-BF42-44DF-B18D-28164D869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4ee81bef0491c"/>
          <a:stretch xmlns:a="http://schemas.openxmlformats.org/drawingml/2006/main"/>
        </p:blipFill>
        <p:spPr>
          <a:xfrm xmlns:a="http://schemas.openxmlformats.org/drawingml/2006/main">
            <a:off x="32130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28B53-8569-42FA-8451-7CB12968B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7b405b58947dc"/>
          <a:stretch xmlns:a="http://schemas.openxmlformats.org/drawingml/2006/main"/>
        </p:blipFill>
        <p:spPr>
          <a:xfrm xmlns:a="http://schemas.openxmlformats.org/drawingml/2006/main">
            <a:off x="5689517" y="2667000"/>
            <a:ext cx="1584491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2275-7B40-4F4F-B29F-359550E6D7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5fb85e1f48fe"/>
          <a:stretch xmlns:a="http://schemas.openxmlformats.org/drawingml/2006/main"/>
        </p:blipFill>
        <p:spPr>
          <a:xfrm xmlns:a="http://schemas.openxmlformats.org/drawingml/2006/main">
            <a:off x="8166017" y="2667000"/>
            <a:ext cx="158449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5A9A-F016-4229-9B3E-AE04DF8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847193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D66C8-01C5-40C1-949F-E548FEDF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ABCF5-B2BD-44C6-921C-5B379ED5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06D37-1823-4711-8844-14E74B47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仕事で使う英語へ広げる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EF49F-E451-4CD9-AED3-75B8636A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34122-91F0-4BC6-8DDC-8A5E366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会議や予定調整で使う表現にも取り組む。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DD2B6-2976-40E7-926E-D65948B6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6473027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398A-9F87-46FB-A8F0-DD0F5A5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972EC-8258-4A2F-BCE3-FCFB1A6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8AD8E-4050-449C-93A7-4365E47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提出音声に、3回フィードバック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DEF14-3B71-427C-9811-278A0A85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4E406-1744-47AF-823C-B78F4530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できている点／優先して直す点／次の練習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0175D-4BF6-44BE-B986-CDA4A03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43112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1320F-A429-454B-A97A-B1101A8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842FC-F5A9-482F-867D-6E4E48A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DA004-0612-4E52-9C42-F9DFACEB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最後の個別セッション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DF527-4A3A-4B95-97F6-37EAB68A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589DB-72F8-4852-8F17-4B298240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60分で変化と、その後の練習を整理する。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2BFC1-88C9-4C9D-99B5-2EB8746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9746819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5C354-62D4-482C-812A-828D9B5D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F41EF-1ABF-42F2-AAC9-957EAF2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9EAD5-E9F1-4889-87CA-36C92583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講座に含まれる支援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721E-4948-422D-9D4D-E329729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B5485-AEE2-4276-BBA0-4B309B56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個別コーチング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FF18C-138A-4693-9FD6-5FC9E2D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3A58E-449A-4353-8DFB-CF2523B3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音声添削3回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A024C-F2A7-4CF6-BA90-96C3AF2C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238375"/>
            <a:ext cx="341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1AC41-998F-47FB-A628-95981047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514600"/>
            <a:ext cx="341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アプリで21日間の学習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B51DC-2B65-4451-8F52-D567192F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647119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210CB-09F5-4536-A53B-167CA73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CD83-06BD-4BEB-8BD5-D4FC71AD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8336-60B0-4D31-8A6D-9F75F536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7250"/>
            <a:ext cx="10525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練習が続く環境を用意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59D4D-0310-48EF-A961-139B6547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D15C2-3DE0-4CFA-8E36-504A3BBD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10429875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0">
                <a:solidFill>
                  <a:srgbClr val="222B31"/>
                </a:solidFill>
                <a:latin typeface="Hiragino Kaku Gothic ProN"/>
                <a:ea typeface="Hiragino Kaku Gothic ProN"/>
                <a:cs typeface="Hiragino Kaku Gothic ProN"/>
              </a:rPr>
              <a:t>毎日の課題 → 自分の録音 → 見本と比較 → 坪田の音声添削3回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DA52B-7351-4E5B-88EC-029FD7E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0413802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55582-09C8-42D2-9BFA-AD21A336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AF5CA-6BE3-4CC0-A484-6A238589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9E890-CB53-4FA3-8F03-D93DC35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視聴中の講座価格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D6048-1B28-4888-8193-EB491A9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A078A-F167-4BF3-9DC6-D2E3B9D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39,800円（税込）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813CB-19CF-414D-8CEA-3342FA2C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視聴後のお申し込みは49,800円（税込）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B2C76-80A1-400A-93E5-70BBD6B7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4853055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83F6-E458-47E6-B4D9-8E7F2A7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485C6-60C3-4A20-90F1-93C0B534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A3770-1638-498C-9A88-F54E2951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発音診断を購入済みの方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722F1-DAFE-4AF3-A884-9FD016E2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0EEE0-DB00-475F-A7A7-3CBDE7F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5400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追加33,820円（税込）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A3851-1B47-41D3-A313-E4A7AC6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962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お支払い済みの5,980円を充当。合計39,800円。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B8090-A9A7-4DAC-9899-E1316A5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9688625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10F27-C661-4754-B0AB-42312A9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AADEE-0495-4BBA-9790-84D2BEB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82799-2319-4E83-BA49-4CF6D5F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10分の体験を、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21日間の練習へ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F7D20-5CBD-401E-A4E8-05AAD11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0571B-7B43-47C2-8B41-4DD0819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一つのフレーズで気づいた音を、別の文でも使えるように。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A6979-2919-4B78-B502-59BE7565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6095213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F6C24-9630-48F7-9C70-74A3FF06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DBB28-D580-4986-AE8B-A569B7E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6ADBB-B331-44EE-A257-298B1C45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629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ご自身で続けるか、</a:t>
            </a:r>
          </a:p>
          <a:p xmlns:a="http://schemas.openxmlformats.org/drawingml/2006/main">
            <a:pPr algn="ctr">
              <a:def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975" b="1">
                <a:solidFill>
                  <a:srgbClr val="202428"/>
                </a:solidFill>
                <a:latin typeface="Hiragino Kaku Gothic ProN"/>
                <a:ea typeface="Hiragino Kaku Gothic ProN"/>
                <a:cs typeface="Hiragino Kaku Gothic ProN"/>
              </a:rPr>
              <a:t>一緒に直すか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EBDE3-B091-4F2C-B098-21EB6FF8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990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83064-6C6D-4419-BE61-409D56CC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10210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0">
                <a:solidFill>
                  <a:srgbClr val="526B73"/>
                </a:solidFill>
                <a:latin typeface="Hiragino Kaku Gothic ProN"/>
                <a:ea typeface="Hiragino Kaku Gothic ProN"/>
                <a:cs typeface="Hiragino Kaku Gothic ProN"/>
              </a:rPr>
              <a:t>今日の音の気づきを、次の練習へ。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0181-A703-4FF4-B991-07BBE687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296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36068"/>
                </a:solidFill>
                <a:latin typeface="Hiragino Kaku Gothic ProN"/>
                <a:ea typeface="Hiragino Kaku Gothic ProN"/>
                <a:cs typeface="Hiragino Kaku Gothic ProN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43080141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202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1C4F6-48E2-459C-8D41-FECBA13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5671E-075A-43DA-8F57-89056A9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BFCD5-A160-4349-A33B-64CC7D8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629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申込欄は、この動画の下です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E2FA-EB0E-4089-B1FD-ED7A29D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0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0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D5C79-E1F5-4CEC-90E1-19CB27C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defPPr>
            <a:lvl1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1pPr>
            <a:lvl2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2pPr>
            <a:lvl3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3pPr>
            <a:lvl4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4pPr>
            <a:lvl5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5pPr>
            <a:lvl6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6pPr>
            <a:lvl7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7pPr>
            <a:lvl8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8pPr>
            <a:lvl9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内容とお支払い額をご確認ください。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840918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2026-10-26T09:52:11.6820000Z</dcterms:created>
  <dcterms:modified xsi:type="dcterms:W3CDTF">2026-10-26T09:52:11.6820000Z</dcterms:modified>
</coreProperties>
</file>