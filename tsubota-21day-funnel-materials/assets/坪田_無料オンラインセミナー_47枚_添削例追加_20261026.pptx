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c6a1c43503460c" /><Relationship Type="http://schemas.openxmlformats.org/officeDocument/2006/relationships/extended-properties" Target="/docProps/app.xml" Id="Rd687b9fe033b4091" /><Relationship Type="http://schemas.openxmlformats.org/officeDocument/2006/relationships/officeDocument" Target="/ppt/presentation.xml" Id="R6388d1305d5d44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6bd6da699c466c"/>
  </p:sldMasterIdLst>
  <p:notesMasterIdLst>
    <p:notesMasterId xmlns:r="http://schemas.openxmlformats.org/officeDocument/2006/relationships" r:id="Ra8c40ec8fac041e7"/>
  </p:notesMasterIdLst>
  <p:sldIdLst>
    <p:sldId xmlns:r="http://schemas.openxmlformats.org/officeDocument/2006/relationships" id="256" r:id="Rb7c83f1b191a428a"/>
    <p:sldId xmlns:r="http://schemas.openxmlformats.org/officeDocument/2006/relationships" id="257" r:id="R41d03f4ba17445a6"/>
    <p:sldId xmlns:r="http://schemas.openxmlformats.org/officeDocument/2006/relationships" id="258" r:id="R75f8cb12a8634f1c"/>
    <p:sldId xmlns:r="http://schemas.openxmlformats.org/officeDocument/2006/relationships" id="259" r:id="Rdf35fec5b32c43ac"/>
    <p:sldId xmlns:r="http://schemas.openxmlformats.org/officeDocument/2006/relationships" id="260" r:id="R7ab438a22d0548e3"/>
    <p:sldId xmlns:r="http://schemas.openxmlformats.org/officeDocument/2006/relationships" id="261" r:id="R0088dec8dde74dc2"/>
    <p:sldId xmlns:r="http://schemas.openxmlformats.org/officeDocument/2006/relationships" id="262" r:id="R220920ffc695472d"/>
    <p:sldId xmlns:r="http://schemas.openxmlformats.org/officeDocument/2006/relationships" id="263" r:id="R00669d7fed2f4dfc"/>
    <p:sldId xmlns:r="http://schemas.openxmlformats.org/officeDocument/2006/relationships" id="264" r:id="R199c64db83714e97"/>
    <p:sldId xmlns:r="http://schemas.openxmlformats.org/officeDocument/2006/relationships" id="265" r:id="R14f0999c19764c0d"/>
    <p:sldId xmlns:r="http://schemas.openxmlformats.org/officeDocument/2006/relationships" id="266" r:id="Raf822e23afa14041"/>
    <p:sldId xmlns:r="http://schemas.openxmlformats.org/officeDocument/2006/relationships" id="267" r:id="R0d4d9165c72c422b"/>
    <p:sldId xmlns:r="http://schemas.openxmlformats.org/officeDocument/2006/relationships" id="268" r:id="Rdf443ab2cfba46ea"/>
    <p:sldId xmlns:r="http://schemas.openxmlformats.org/officeDocument/2006/relationships" id="269" r:id="R56a6f3c4aebb43ce"/>
    <p:sldId xmlns:r="http://schemas.openxmlformats.org/officeDocument/2006/relationships" id="270" r:id="R8acbf64fbe874b6b"/>
    <p:sldId xmlns:r="http://schemas.openxmlformats.org/officeDocument/2006/relationships" id="271" r:id="R2892b7b4c25649be"/>
    <p:sldId xmlns:r="http://schemas.openxmlformats.org/officeDocument/2006/relationships" id="272" r:id="Rae90f22edc63457c"/>
    <p:sldId xmlns:r="http://schemas.openxmlformats.org/officeDocument/2006/relationships" id="273" r:id="R99601724ce7d4906"/>
    <p:sldId xmlns:r="http://schemas.openxmlformats.org/officeDocument/2006/relationships" id="274" r:id="Rece30fa1f87540ae"/>
    <p:sldId xmlns:r="http://schemas.openxmlformats.org/officeDocument/2006/relationships" id="275" r:id="R476aa97da40040f3"/>
    <p:sldId xmlns:r="http://schemas.openxmlformats.org/officeDocument/2006/relationships" id="276" r:id="R9fa942f10cf44690"/>
    <p:sldId xmlns:r="http://schemas.openxmlformats.org/officeDocument/2006/relationships" id="277" r:id="R1d8ce00410cd4bb3"/>
    <p:sldId xmlns:r="http://schemas.openxmlformats.org/officeDocument/2006/relationships" id="278" r:id="R18550a1bfacd4b46"/>
    <p:sldId xmlns:r="http://schemas.openxmlformats.org/officeDocument/2006/relationships" id="279" r:id="Rfa27dc11891144b3"/>
    <p:sldId xmlns:r="http://schemas.openxmlformats.org/officeDocument/2006/relationships" id="280" r:id="R716c58bbf1fd442e"/>
    <p:sldId xmlns:r="http://schemas.openxmlformats.org/officeDocument/2006/relationships" id="281" r:id="Rd80cf48b19e64b89"/>
    <p:sldId xmlns:r="http://schemas.openxmlformats.org/officeDocument/2006/relationships" id="282" r:id="Rfe3dea620c874b59"/>
    <p:sldId xmlns:r="http://schemas.openxmlformats.org/officeDocument/2006/relationships" id="283" r:id="Rb1b62bbcc04e41f2"/>
    <p:sldId xmlns:r="http://schemas.openxmlformats.org/officeDocument/2006/relationships" id="284" r:id="R0653855047df49e3"/>
    <p:sldId xmlns:r="http://schemas.openxmlformats.org/officeDocument/2006/relationships" id="285" r:id="R3a7a230fe8ea471c"/>
    <p:sldId xmlns:r="http://schemas.openxmlformats.org/officeDocument/2006/relationships" id="286" r:id="Rac3373fded284f71"/>
    <p:sldId xmlns:r="http://schemas.openxmlformats.org/officeDocument/2006/relationships" id="287" r:id="Rf9c44bc8630a4b77"/>
    <p:sldId xmlns:r="http://schemas.openxmlformats.org/officeDocument/2006/relationships" id="288" r:id="Rdb4516ed01b24c3c"/>
    <p:sldId xmlns:r="http://schemas.openxmlformats.org/officeDocument/2006/relationships" id="289" r:id="R1dfd28d5640246f4"/>
    <p:sldId xmlns:r="http://schemas.openxmlformats.org/officeDocument/2006/relationships" id="290" r:id="Rc885759d111e42bd"/>
    <p:sldId xmlns:r="http://schemas.openxmlformats.org/officeDocument/2006/relationships" id="291" r:id="Rd806ed5cb8e6445b"/>
    <p:sldId xmlns:r="http://schemas.openxmlformats.org/officeDocument/2006/relationships" id="292" r:id="Raf90fe821f6e4409"/>
    <p:sldId xmlns:r="http://schemas.openxmlformats.org/officeDocument/2006/relationships" id="293" r:id="R49a4f67c14014ab3"/>
    <p:sldId xmlns:r="http://schemas.openxmlformats.org/officeDocument/2006/relationships" id="294" r:id="R494ef94af5bc4208"/>
    <p:sldId xmlns:r="http://schemas.openxmlformats.org/officeDocument/2006/relationships" id="295" r:id="R11466a89800543fb"/>
    <p:sldId xmlns:r="http://schemas.openxmlformats.org/officeDocument/2006/relationships" id="296" r:id="R7737dc4540844dc9"/>
    <p:sldId xmlns:r="http://schemas.openxmlformats.org/officeDocument/2006/relationships" id="297" r:id="R1291d6d5ec4842b4"/>
    <p:sldId xmlns:r="http://schemas.openxmlformats.org/officeDocument/2006/relationships" id="298" r:id="R75e07e082c5b4ce0"/>
    <p:sldId xmlns:r="http://schemas.openxmlformats.org/officeDocument/2006/relationships" id="299" r:id="R54d15825e5ff422f"/>
    <p:sldId xmlns:r="http://schemas.openxmlformats.org/officeDocument/2006/relationships" id="300" r:id="Ra752c64f595745c1"/>
    <p:sldId xmlns:r="http://schemas.openxmlformats.org/officeDocument/2006/relationships" id="301" r:id="Ra67691700a0243a1"/>
    <p:sldId xmlns:r="http://schemas.openxmlformats.org/officeDocument/2006/relationships" id="302" r:id="R3ea8d33717894a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1022745e9f4903" /><Relationship Type="http://schemas.openxmlformats.org/officeDocument/2006/relationships/slideMaster" Target="/ppt/slideMasters/slideMaster1.xml" Id="R2c6bd6da699c466c" /><Relationship Type="http://schemas.openxmlformats.org/officeDocument/2006/relationships/notesMaster" Target="/ppt/notesMasters/notesMaster1.xml" Id="Ra8c40ec8fac041e7" /><Relationship Type="http://schemas.openxmlformats.org/officeDocument/2006/relationships/presProps" Target="/ppt/presProps.xml" Id="Rac8fdcf036504b03" /><Relationship Type="http://schemas.openxmlformats.org/officeDocument/2006/relationships/tableStyles" Target="/ppt/tableStyles.xml" Id="Rb8255544921a4a7c" /><Relationship Type="http://schemas.openxmlformats.org/officeDocument/2006/relationships/slide" Target="/ppt/slides/slide1.xml" Id="Rb7c83f1b191a428a" /><Relationship Type="http://schemas.openxmlformats.org/officeDocument/2006/relationships/slide" Target="/ppt/slides/slide2.xml" Id="R41d03f4ba17445a6" /><Relationship Type="http://schemas.openxmlformats.org/officeDocument/2006/relationships/slide" Target="/ppt/slides/slide3.xml" Id="R75f8cb12a8634f1c" /><Relationship Type="http://schemas.openxmlformats.org/officeDocument/2006/relationships/slide" Target="/ppt/slides/slide4.xml" Id="Rdf35fec5b32c43ac" /><Relationship Type="http://schemas.openxmlformats.org/officeDocument/2006/relationships/slide" Target="/ppt/slides/slide5.xml" Id="R7ab438a22d0548e3" /><Relationship Type="http://schemas.openxmlformats.org/officeDocument/2006/relationships/slide" Target="/ppt/slides/slide6.xml" Id="R0088dec8dde74dc2" /><Relationship Type="http://schemas.openxmlformats.org/officeDocument/2006/relationships/slide" Target="/ppt/slides/slide7.xml" Id="R220920ffc695472d" /><Relationship Type="http://schemas.openxmlformats.org/officeDocument/2006/relationships/slide" Target="/ppt/slides/slide8.xml" Id="R00669d7fed2f4dfc" /><Relationship Type="http://schemas.openxmlformats.org/officeDocument/2006/relationships/slide" Target="/ppt/slides/slide9.xml" Id="R199c64db83714e97" /><Relationship Type="http://schemas.openxmlformats.org/officeDocument/2006/relationships/slide" Target="/ppt/slides/slide10.xml" Id="R14f0999c19764c0d" /><Relationship Type="http://schemas.openxmlformats.org/officeDocument/2006/relationships/slide" Target="/ppt/slides/slide11.xml" Id="Raf822e23afa14041" /><Relationship Type="http://schemas.openxmlformats.org/officeDocument/2006/relationships/slide" Target="/ppt/slides/slide12.xml" Id="R0d4d9165c72c422b" /><Relationship Type="http://schemas.openxmlformats.org/officeDocument/2006/relationships/slide" Target="/ppt/slides/slide13.xml" Id="Rdf443ab2cfba46ea" /><Relationship Type="http://schemas.openxmlformats.org/officeDocument/2006/relationships/slide" Target="/ppt/slides/slide14.xml" Id="R56a6f3c4aebb43ce" /><Relationship Type="http://schemas.openxmlformats.org/officeDocument/2006/relationships/slide" Target="/ppt/slides/slide15.xml" Id="R8acbf64fbe874b6b" /><Relationship Type="http://schemas.openxmlformats.org/officeDocument/2006/relationships/slide" Target="/ppt/slides/slide16.xml" Id="R2892b7b4c25649be" /><Relationship Type="http://schemas.openxmlformats.org/officeDocument/2006/relationships/slide" Target="/ppt/slides/slide17.xml" Id="Rae90f22edc63457c" /><Relationship Type="http://schemas.openxmlformats.org/officeDocument/2006/relationships/slide" Target="/ppt/slides/slide18.xml" Id="R99601724ce7d4906" /><Relationship Type="http://schemas.openxmlformats.org/officeDocument/2006/relationships/slide" Target="/ppt/slides/slide19.xml" Id="Rece30fa1f87540ae" /><Relationship Type="http://schemas.openxmlformats.org/officeDocument/2006/relationships/slide" Target="/ppt/slides/slide20.xml" Id="R476aa97da40040f3" /><Relationship Type="http://schemas.openxmlformats.org/officeDocument/2006/relationships/slide" Target="/ppt/slides/slide21.xml" Id="R9fa942f10cf44690" /><Relationship Type="http://schemas.openxmlformats.org/officeDocument/2006/relationships/slide" Target="/ppt/slides/slide22.xml" Id="R1d8ce00410cd4bb3" /><Relationship Type="http://schemas.openxmlformats.org/officeDocument/2006/relationships/slide" Target="/ppt/slides/slide23.xml" Id="R18550a1bfacd4b46" /><Relationship Type="http://schemas.openxmlformats.org/officeDocument/2006/relationships/slide" Target="/ppt/slides/slide24.xml" Id="Rfa27dc11891144b3" /><Relationship Type="http://schemas.openxmlformats.org/officeDocument/2006/relationships/slide" Target="/ppt/slides/slide25.xml" Id="R716c58bbf1fd442e" /><Relationship Type="http://schemas.openxmlformats.org/officeDocument/2006/relationships/slide" Target="/ppt/slides/slide26.xml" Id="Rd80cf48b19e64b89" /><Relationship Type="http://schemas.openxmlformats.org/officeDocument/2006/relationships/slide" Target="/ppt/slides/slide27.xml" Id="Rfe3dea620c874b59" /><Relationship Type="http://schemas.openxmlformats.org/officeDocument/2006/relationships/slide" Target="/ppt/slides/slide28.xml" Id="Rb1b62bbcc04e41f2" /><Relationship Type="http://schemas.openxmlformats.org/officeDocument/2006/relationships/slide" Target="/ppt/slides/slide29.xml" Id="R0653855047df49e3" /><Relationship Type="http://schemas.openxmlformats.org/officeDocument/2006/relationships/slide" Target="/ppt/slides/slide30.xml" Id="R3a7a230fe8ea471c" /><Relationship Type="http://schemas.openxmlformats.org/officeDocument/2006/relationships/slide" Target="/ppt/slides/slide31.xml" Id="Rac3373fded284f71" /><Relationship Type="http://schemas.openxmlformats.org/officeDocument/2006/relationships/slide" Target="/ppt/slides/slide32.xml" Id="Rf9c44bc8630a4b77" /><Relationship Type="http://schemas.openxmlformats.org/officeDocument/2006/relationships/slide" Target="/ppt/slides/slide33.xml" Id="Rdb4516ed01b24c3c" /><Relationship Type="http://schemas.openxmlformats.org/officeDocument/2006/relationships/slide" Target="/ppt/slides/slide34.xml" Id="R1dfd28d5640246f4" /><Relationship Type="http://schemas.openxmlformats.org/officeDocument/2006/relationships/slide" Target="/ppt/slides/slide35.xml" Id="Rc885759d111e42bd" /><Relationship Type="http://schemas.openxmlformats.org/officeDocument/2006/relationships/slide" Target="/ppt/slides/slide36.xml" Id="Rd806ed5cb8e6445b" /><Relationship Type="http://schemas.openxmlformats.org/officeDocument/2006/relationships/slide" Target="/ppt/slides/slide37.xml" Id="Raf90fe821f6e4409" /><Relationship Type="http://schemas.openxmlformats.org/officeDocument/2006/relationships/slide" Target="/ppt/slides/slide38.xml" Id="R49a4f67c14014ab3" /><Relationship Type="http://schemas.openxmlformats.org/officeDocument/2006/relationships/slide" Target="/ppt/slides/slide39.xml" Id="R494ef94af5bc4208" /><Relationship Type="http://schemas.openxmlformats.org/officeDocument/2006/relationships/slide" Target="/ppt/slides/slide40.xml" Id="R11466a89800543fb" /><Relationship Type="http://schemas.openxmlformats.org/officeDocument/2006/relationships/slide" Target="/ppt/slides/slide41.xml" Id="R7737dc4540844dc9" /><Relationship Type="http://schemas.openxmlformats.org/officeDocument/2006/relationships/slide" Target="/ppt/slides/slide42.xml" Id="R1291d6d5ec4842b4" /><Relationship Type="http://schemas.openxmlformats.org/officeDocument/2006/relationships/slide" Target="/ppt/slides/slide43.xml" Id="R75e07e082c5b4ce0" /><Relationship Type="http://schemas.openxmlformats.org/officeDocument/2006/relationships/slide" Target="/ppt/slides/slide44.xml" Id="R54d15825e5ff422f" /><Relationship Type="http://schemas.openxmlformats.org/officeDocument/2006/relationships/slide" Target="/ppt/slides/slide45.xml" Id="Ra752c64f595745c1" /><Relationship Type="http://schemas.openxmlformats.org/officeDocument/2006/relationships/slide" Target="/ppt/slides/slide46.xml" Id="Ra67691700a0243a1" /><Relationship Type="http://schemas.openxmlformats.org/officeDocument/2006/relationships/slide" Target="/ppt/slides/slide47.xml" Id="R3ea8d3371789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695fab600f41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88819f13eb4639" /><Relationship Type="http://schemas.openxmlformats.org/officeDocument/2006/relationships/notesMaster" Target="/ppt/notesMasters/notesMaster1.xml" Id="R66a6e988b47b41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0cc6aa87304d65" /><Relationship Type="http://schemas.openxmlformats.org/officeDocument/2006/relationships/notesMaster" Target="/ppt/notesMasters/notesMaster1.xml" Id="R70566405d1f54d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8fa0080e3f4d59" /><Relationship Type="http://schemas.openxmlformats.org/officeDocument/2006/relationships/notesMaster" Target="/ppt/notesMasters/notesMaster1.xml" Id="R392e7e3acebe46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55cd7ac10d4a51" /><Relationship Type="http://schemas.openxmlformats.org/officeDocument/2006/relationships/notesMaster" Target="/ppt/notesMasters/notesMaster1.xml" Id="R4c37e63ba12640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103ef84cab4e95" /><Relationship Type="http://schemas.openxmlformats.org/officeDocument/2006/relationships/notesMaster" Target="/ppt/notesMasters/notesMaster1.xml" Id="R19c7306c7b3c47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0d404839fb4fac" /><Relationship Type="http://schemas.openxmlformats.org/officeDocument/2006/relationships/notesMaster" Target="/ppt/notesMasters/notesMaster1.xml" Id="R93bf9217d7084c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48b5b263f9487b" /><Relationship Type="http://schemas.openxmlformats.org/officeDocument/2006/relationships/notesMaster" Target="/ppt/notesMasters/notesMaster1.xml" Id="Re176d8258dbe43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541a418b2242ff" /><Relationship Type="http://schemas.openxmlformats.org/officeDocument/2006/relationships/notesMaster" Target="/ppt/notesMasters/notesMaster1.xml" Id="R822c45766da841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59f796bbe74b32" /><Relationship Type="http://schemas.openxmlformats.org/officeDocument/2006/relationships/notesMaster" Target="/ppt/notesMasters/notesMaster1.xml" Id="R8fabd48349344e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e7115375484681" /><Relationship Type="http://schemas.openxmlformats.org/officeDocument/2006/relationships/notesMaster" Target="/ppt/notesMasters/notesMaster1.xml" Id="R76011054710f4d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41641124c24e51" /><Relationship Type="http://schemas.openxmlformats.org/officeDocument/2006/relationships/notesMaster" Target="/ppt/notesMasters/notesMaster1.xml" Id="R5018de0c3eb341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fc5f9a3dad4b12" /><Relationship Type="http://schemas.openxmlformats.org/officeDocument/2006/relationships/notesMaster" Target="/ppt/notesMasters/notesMaster1.xml" Id="R44591af4f2ea43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e4069051144421" /><Relationship Type="http://schemas.openxmlformats.org/officeDocument/2006/relationships/notesMaster" Target="/ppt/notesMasters/notesMaster1.xml" Id="R3fe3643dd3034e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c7309e412041e1" /><Relationship Type="http://schemas.openxmlformats.org/officeDocument/2006/relationships/notesMaster" Target="/ppt/notesMasters/notesMaster1.xml" Id="R43213ecf264c43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f108dcaca84af8" /><Relationship Type="http://schemas.openxmlformats.org/officeDocument/2006/relationships/notesMaster" Target="/ppt/notesMasters/notesMaster1.xml" Id="Rc24cfb7be52a45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6eac317718448d" /><Relationship Type="http://schemas.openxmlformats.org/officeDocument/2006/relationships/notesMaster" Target="/ppt/notesMasters/notesMaster1.xml" Id="R3a4fde21d20a46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59fb70839b4f3c" /><Relationship Type="http://schemas.openxmlformats.org/officeDocument/2006/relationships/notesMaster" Target="/ppt/notesMasters/notesMaster1.xml" Id="R21a12d571c4241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39361d557a4063" /><Relationship Type="http://schemas.openxmlformats.org/officeDocument/2006/relationships/notesMaster" Target="/ppt/notesMasters/notesMaster1.xml" Id="R492caecfdd594b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5ff74e612d43e5" /><Relationship Type="http://schemas.openxmlformats.org/officeDocument/2006/relationships/notesMaster" Target="/ppt/notesMasters/notesMaster1.xml" Id="Ra1ec60c43c0e41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42dc0c4e9f428a" /><Relationship Type="http://schemas.openxmlformats.org/officeDocument/2006/relationships/notesMaster" Target="/ppt/notesMasters/notesMaster1.xml" Id="R7e77886e2c9d47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e807e1cb0334f7b" /><Relationship Type="http://schemas.openxmlformats.org/officeDocument/2006/relationships/notesMaster" Target="/ppt/notesMasters/notesMaster1.xml" Id="R413c2e1ea3fa4eb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2995f18f3e42d5" /><Relationship Type="http://schemas.openxmlformats.org/officeDocument/2006/relationships/notesMaster" Target="/ppt/notesMasters/notesMaster1.xml" Id="Re1ed96871ba74be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2542dce6ee4890" /><Relationship Type="http://schemas.openxmlformats.org/officeDocument/2006/relationships/notesMaster" Target="/ppt/notesMasters/notesMaster1.xml" Id="R660afd8171634f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2dab6928294fd9" /><Relationship Type="http://schemas.openxmlformats.org/officeDocument/2006/relationships/notesMaster" Target="/ppt/notesMasters/notesMaster1.xml" Id="R173649d092d74d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6eda678286f4efc" /><Relationship Type="http://schemas.openxmlformats.org/officeDocument/2006/relationships/notesMaster" Target="/ppt/notesMasters/notesMaster1.xml" Id="Rf9d6c9f211024bc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0ad2f282bc45c3" /><Relationship Type="http://schemas.openxmlformats.org/officeDocument/2006/relationships/notesMaster" Target="/ppt/notesMasters/notesMaster1.xml" Id="R3435d467786b4da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43a09e2cf0482d" /><Relationship Type="http://schemas.openxmlformats.org/officeDocument/2006/relationships/notesMaster" Target="/ppt/notesMasters/notesMaster1.xml" Id="R56e499aa2b5843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0cbb757c2d6401d" /><Relationship Type="http://schemas.openxmlformats.org/officeDocument/2006/relationships/notesMaster" Target="/ppt/notesMasters/notesMaster1.xml" Id="Rb76edfb596254f7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f7c7c5b209d4aae" /><Relationship Type="http://schemas.openxmlformats.org/officeDocument/2006/relationships/notesMaster" Target="/ppt/notesMasters/notesMaster1.xml" Id="R95fc3af93edc448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d1099b6b5ef4c2c" /><Relationship Type="http://schemas.openxmlformats.org/officeDocument/2006/relationships/notesMaster" Target="/ppt/notesMasters/notesMaster1.xml" Id="R11a1356d7b1349c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492350b4f044a41" /><Relationship Type="http://schemas.openxmlformats.org/officeDocument/2006/relationships/notesMaster" Target="/ppt/notesMasters/notesMaster1.xml" Id="Rf1218bb063b540f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17b3f97ba4149e9" /><Relationship Type="http://schemas.openxmlformats.org/officeDocument/2006/relationships/notesMaster" Target="/ppt/notesMasters/notesMaster1.xml" Id="R838bff6fb616428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21bd9fbc5d249cc" /><Relationship Type="http://schemas.openxmlformats.org/officeDocument/2006/relationships/notesMaster" Target="/ppt/notesMasters/notesMaster1.xml" Id="R958d58955a7d481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f52834792804f3d" /><Relationship Type="http://schemas.openxmlformats.org/officeDocument/2006/relationships/notesMaster" Target="/ppt/notesMasters/notesMaster1.xml" Id="R5f2d2e2b99284b1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7caaa6ae5943dd" /><Relationship Type="http://schemas.openxmlformats.org/officeDocument/2006/relationships/notesMaster" Target="/ppt/notesMasters/notesMaster1.xml" Id="Rb94b5da0c5af4fe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acfcfc798bf4f74" /><Relationship Type="http://schemas.openxmlformats.org/officeDocument/2006/relationships/notesMaster" Target="/ppt/notesMasters/notesMaster1.xml" Id="R0ad73ee6e3ae4a6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61eb92622df4ff7" /><Relationship Type="http://schemas.openxmlformats.org/officeDocument/2006/relationships/notesMaster" Target="/ppt/notesMasters/notesMaster1.xml" Id="Ra2909a57b482491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3c3fe31f7a442db" /><Relationship Type="http://schemas.openxmlformats.org/officeDocument/2006/relationships/notesMaster" Target="/ppt/notesMasters/notesMaster1.xml" Id="Rac7c0d0c0e024ca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4440310b7ae40e0" /><Relationship Type="http://schemas.openxmlformats.org/officeDocument/2006/relationships/notesMaster" Target="/ppt/notesMasters/notesMaster1.xml" Id="Rf977da6bc4ba4e7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357515304bf42bb" /><Relationship Type="http://schemas.openxmlformats.org/officeDocument/2006/relationships/notesMaster" Target="/ppt/notesMasters/notesMaster1.xml" Id="Ree332a54241340d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ffaa42360eb48e4" /><Relationship Type="http://schemas.openxmlformats.org/officeDocument/2006/relationships/notesMaster" Target="/ppt/notesMasters/notesMaster1.xml" Id="Reae89850f4f5459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17faeab039c44d5" /><Relationship Type="http://schemas.openxmlformats.org/officeDocument/2006/relationships/notesMaster" Target="/ppt/notesMasters/notesMaster1.xml" Id="R8c4ad6bce5f742b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62c783d9f9e42c4" /><Relationship Type="http://schemas.openxmlformats.org/officeDocument/2006/relationships/notesMaster" Target="/ppt/notesMasters/notesMaster1.xml" Id="Rcb0568925548489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7f202892b1a4b4c" /><Relationship Type="http://schemas.openxmlformats.org/officeDocument/2006/relationships/notesMaster" Target="/ppt/notesMasters/notesMaster1.xml" Id="R93cba65df8764d9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87c055c958f4b59" /><Relationship Type="http://schemas.openxmlformats.org/officeDocument/2006/relationships/notesMaster" Target="/ppt/notesMasters/notesMaster1.xml" Id="Ra34cc27176fa4e5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89614143b724471" /><Relationship Type="http://schemas.openxmlformats.org/officeDocument/2006/relationships/notesMaster" Target="/ppt/notesMasters/notesMaster1.xml" Id="R492962b7afa74c1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05455a972bf4350" /><Relationship Type="http://schemas.openxmlformats.org/officeDocument/2006/relationships/notesMaster" Target="/ppt/notesMasters/notesMaster1.xml" Id="R82dd9e7921064a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0:00–4:00。坪田まゆみが挨拶。10分で一つのフレーズの聞こえ方を比べる体験を約束する。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LPと同じ悩みを提示。相手の発言を聞き逃して返答が止まる場面を話す。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約10分のワークの予告。全ての英語が聞こえる保証ではなく、一つのフレーズの前後比較である。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4:00–10:00。数字と肩書は最新プロフィールに基づく。本人の実写真を使用。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2026-10-26の坪田さん本人のミーティング談。girlの細かな音の再現は本人の収録で決める。企業研修・コーチング・講師指導の実績は前後の発話で話す。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議題と資料は分かっていても、発言の一語を拾えない場面を描く。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勉強量を増やす前に自分の課題を分ける必要を説明。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10:00–18:00。音のズレの一般説明。ここでは音声Aの英文を表示しない。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英語の強弱の概念を、特定のワーク英文を明かさずに説明する。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聞こえない原因を音の予測のズレとして説明。語彙や意味が原因の場合もある。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化石化は全員が必ず悪化する意味ではない。必要以上に不安をあおらない。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この順番をワークと講座の共通言語にする。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教育研究のフィードバック分析は「内容で働きが変わる」根拠。出典：Wisniewskiほか（2020）, Frontiers in Psychology, https://www.frontiersin.org/journals/psychology/articles/10.3389/fpsyg.2019.03087/full 。坪田講座の効果証明にはしない。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18:00–21:00。音声Aを出す前の準備。録音できなくても声に出すだけで進められる。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英文と意味をまだ見せない。正解を急がせない。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21:00–33:00。音声A He must have been busy. を字幕なしで2回。初回と後の26枚目は同じ音声ファイルを使う。各回後に台本どおり待機。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忙しい等の語が拾えたか。個人の反応を決めつけない。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音声Aの英文をここで初めて表示。文字なら分かるかを確認する。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強弱の説明は坪田さんの実際の発話に合わせ、複数の自然な言い方を否定しない。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坪田さんがゆっくり版と自然な版を実演。字幕は発話と同期。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聞き分けの対象を一箇所に絞る。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発声待ちを3回。画面は発声中そのまま保持。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強いところと弱く短くなるところを意識して発声。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録音・再生に約60秒。録音が難しければ長さと切れ目を意識して発声。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全部の音を一度に採点しない。見本と違う部分を一つだけ選ぶ。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16枚目と完全に同一の音声Aを字幕なしで再生。理解・記憶の影響があるため、この一回で全体の聞き取り改善と断定しない。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音声B It must have been a long meeting. を英文非表示で2回。Aと違う文で確かめる。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英文Bをここで初めて表示。must have been を見つけたか確認し、一度声に出す。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33:00–40:00。どの結果も価値があることを伝え、練習の選び方に進む。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一文の体験を他の文へ広げる。会議全体が聞こえる保証にしない。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聞こえなかったことを失敗扱いしない。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発音が主因でない場合は語彙や文の意味を先に見る。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AIは英文の説明や会話練習に役立つ。音を扱えないとは言わない。今日のワークで実践したように、実際の練習を続ける環境が必要だと話す。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40:00–53:00。ここで商品名を初めて大きく表示する。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診断未購入者は講座の実施前コーチング60分。診断購入者は購入済みの発音診断45分で現在地を確認。診断は講座のコーチングには数えない。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カリキュラムの順番。日数と教材の表示は商品正本に合わせる。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販売ページで使用済みの坪田学習アプリ画面。細かい本文を読ませず、毎日の進め方を見せる。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実際に教材にある仕事の英語例文を、坪田さんが一つ紹介する。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は説明用の例。実際に直す点は提出音声を聞いて決める。つながりはできているが強弱が平坦なら、強い語を決め、前後を短く弱く言う練習を提案する。添削は合計3回で、毎日の録音全部を坪田さんが見る意味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21日間後の見直し。全ての英語が聞こえる保証をしない。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講座に含む個別コーチングは、診断未購入者が実施前・終了後60分×2回、診断購入者は終了後60分×1回。購入済みの診断45分は別商品。アプリは最初の個別セッション後30日間閲覧。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AIとの比較は説明の有無ではなく実践の仕組み。AIを教材や採点には使わない。学習経験者向けであることも話す。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53:00–57:00。視聴中価格の条件は実際の配信・決済時刻と一致させる。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購入済み診断45分は別商品。講座には終了後の個別コーチング60分×1回と音声添削3回を含む。診断購入者には追加33,820円の決済を表示。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一日の学習は平均15–20分程度が目安。「10ミニッツ」は総学習時間10分の保証ではない。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57:00–60:00。自分で別文へ広げる道と、坪田さんの見立て・添削で進む道を示す。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教育本編は共通。提供内容と価格の終盤は診断購入状態で差し替え収録し、ページ下の申込欄と決済額も分岐させる。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02cf23d0449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8009d468144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cea32036248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9c5b6811e45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266f436144d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f0df7bbec43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0B720A-2F35-40D2-8E21-B146F1741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90C69C-08A5-4646-B7A6-9CF578DEDE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A99C77-3716-471C-A89F-B59F98FE14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61D00B-2784-452F-8161-A1101C560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5182A3-666E-4D6A-8F19-6D5572713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04EFE4-E16F-4500-A6B2-A91641A62A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CA79AE-A822-4EAE-908D-27506F34E8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E2196F-D839-4474-9FB5-98DFFEDC51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B5A9C1-6B2B-4183-9222-C6512069C5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ED0C65-EEE1-4CF7-ABC1-4BCCFC63EE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c594cbe42c4045" /><Relationship Type="http://schemas.openxmlformats.org/officeDocument/2006/relationships/slideLayout" Target="/ppt/slideLayouts/slideLayout1.xml" Id="R4a3781998da9490a" /><Relationship Type="http://schemas.openxmlformats.org/officeDocument/2006/relationships/slideLayout" Target="/ppt/slideLayouts/slideLayout2.xml" Id="Rdab708b281ce4c25" /><Relationship Type="http://schemas.openxmlformats.org/officeDocument/2006/relationships/slideLayout" Target="/ppt/slideLayouts/slideLayout3.xml" Id="Rea2cc299be7d41d7" /><Relationship Type="http://schemas.openxmlformats.org/officeDocument/2006/relationships/slideLayout" Target="/ppt/slideLayouts/slideLayout4.xml" Id="Ra8aaaf19858a4433" /><Relationship Type="http://schemas.openxmlformats.org/officeDocument/2006/relationships/slideLayout" Target="/ppt/slideLayouts/slideLayout5.xml" Id="R7a9c1ca654f74c11" /><Relationship Type="http://schemas.openxmlformats.org/officeDocument/2006/relationships/slideLayout" Target="/ppt/slideLayouts/slideLayout6.xml" Id="R656bdb280f9e41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3781998da9490a"/>
    <p:sldLayoutId xmlns:r="http://schemas.openxmlformats.org/officeDocument/2006/relationships" id="2147483650" r:id="Rdab708b281ce4c25"/>
    <p:sldLayoutId xmlns:r="http://schemas.openxmlformats.org/officeDocument/2006/relationships" id="2147483651" r:id="Rea2cc299be7d41d7"/>
    <p:sldLayoutId xmlns:r="http://schemas.openxmlformats.org/officeDocument/2006/relationships" id="2147483652" r:id="Ra8aaaf19858a4433"/>
    <p:sldLayoutId xmlns:r="http://schemas.openxmlformats.org/officeDocument/2006/relationships" id="2147483653" r:id="R7a9c1ca654f74c11"/>
    <p:sldLayoutId xmlns:r="http://schemas.openxmlformats.org/officeDocument/2006/relationships" id="2147483654" r:id="R656bdb280f9e41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eac9ea5fa54dbe" /><Relationship Type="http://schemas.openxmlformats.org/officeDocument/2006/relationships/notesSlide" Target="/ppt/notesSlides/notesSlide1.xml" Id="R4abcd6ab93ea48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cf0e1a1404f27" /><Relationship Type="http://schemas.openxmlformats.org/officeDocument/2006/relationships/notesSlide" Target="/ppt/notesSlides/notesSlide2.xml" Id="R91950176a0ae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5f2727ac64db5" /><Relationship Type="http://schemas.openxmlformats.org/officeDocument/2006/relationships/notesSlide" Target="/ppt/notesSlides/notesSlide3.xml" Id="R5bdb266fb40240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652f2eb574ef4" /><Relationship Type="http://schemas.openxmlformats.org/officeDocument/2006/relationships/image" Target="/ppt/media/image.png" Id="R2f7fd421c3204760" /><Relationship Type="http://schemas.openxmlformats.org/officeDocument/2006/relationships/notesSlide" Target="/ppt/notesSlides/notesSlide4.xml" Id="R3beeb67a93c8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57c2bb5384c9d" /><Relationship Type="http://schemas.openxmlformats.org/officeDocument/2006/relationships/notesSlide" Target="/ppt/notesSlides/notesSlide5.xml" Id="R39269af2ef8a4c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8ff440aa3467f" /><Relationship Type="http://schemas.openxmlformats.org/officeDocument/2006/relationships/notesSlide" Target="/ppt/notesSlides/notesSlide6.xml" Id="Rd6ead5c7d59245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73756dd2324fc4" /><Relationship Type="http://schemas.openxmlformats.org/officeDocument/2006/relationships/notesSlide" Target="/ppt/notesSlides/notesSlide7.xml" Id="R5c460fa6a5b14e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7e6b4909448dd" /><Relationship Type="http://schemas.openxmlformats.org/officeDocument/2006/relationships/notesSlide" Target="/ppt/notesSlides/notesSlide8.xml" Id="R76539532ab134e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c1e1b53314a85" /><Relationship Type="http://schemas.openxmlformats.org/officeDocument/2006/relationships/notesSlide" Target="/ppt/notesSlides/notesSlide9.xml" Id="Rb68a892018fb4f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3e2825cb9e4c01" /><Relationship Type="http://schemas.openxmlformats.org/officeDocument/2006/relationships/notesSlide" Target="/ppt/notesSlides/notesSlide10.xml" Id="R3cbef66b3b9f48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ebccb8a4f441f" /><Relationship Type="http://schemas.openxmlformats.org/officeDocument/2006/relationships/notesSlide" Target="/ppt/notesSlides/notesSlide11.xml" Id="R21c37d5a2c774d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6220a40574346" /><Relationship Type="http://schemas.openxmlformats.org/officeDocument/2006/relationships/notesSlide" Target="/ppt/notesSlides/notesSlide12.xml" Id="R8016a0086d0447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be206eb624c83" /><Relationship Type="http://schemas.openxmlformats.org/officeDocument/2006/relationships/notesSlide" Target="/ppt/notesSlides/notesSlide13.xml" Id="Ra4d7d90bb9a94d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3ee4bf4f8d4334" /><Relationship Type="http://schemas.openxmlformats.org/officeDocument/2006/relationships/notesSlide" Target="/ppt/notesSlides/notesSlide14.xml" Id="Rdf1ddbd320d840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2e83dc03e840ff" /><Relationship Type="http://schemas.openxmlformats.org/officeDocument/2006/relationships/notesSlide" Target="/ppt/notesSlides/notesSlide15.xml" Id="R504ee11e58cc42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e15d4af344357" /><Relationship Type="http://schemas.openxmlformats.org/officeDocument/2006/relationships/notesSlide" Target="/ppt/notesSlides/notesSlide16.xml" Id="R9ac3ecd450a945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f57e3a8b04c22" /><Relationship Type="http://schemas.openxmlformats.org/officeDocument/2006/relationships/notesSlide" Target="/ppt/notesSlides/notesSlide17.xml" Id="R4f84461366ac45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cfd21d12c4924" /><Relationship Type="http://schemas.openxmlformats.org/officeDocument/2006/relationships/notesSlide" Target="/ppt/notesSlides/notesSlide18.xml" Id="R939fe1c39f2948d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abf053e534e1a" /><Relationship Type="http://schemas.openxmlformats.org/officeDocument/2006/relationships/notesSlide" Target="/ppt/notesSlides/notesSlide19.xml" Id="R6b9a6209c9a14b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193a09bd1445e" /><Relationship Type="http://schemas.openxmlformats.org/officeDocument/2006/relationships/notesSlide" Target="/ppt/notesSlides/notesSlide20.xml" Id="R833f7e1c0eb74ec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d3dc99c4c4d29" /><Relationship Type="http://schemas.openxmlformats.org/officeDocument/2006/relationships/notesSlide" Target="/ppt/notesSlides/notesSlide21.xml" Id="Ref44c8be837f40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66943c8364d00" /><Relationship Type="http://schemas.openxmlformats.org/officeDocument/2006/relationships/notesSlide" Target="/ppt/notesSlides/notesSlide22.xml" Id="Re38daacc932941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6350792564252" /><Relationship Type="http://schemas.openxmlformats.org/officeDocument/2006/relationships/notesSlide" Target="/ppt/notesSlides/notesSlide23.xml" Id="R5d61d541556b45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788abdef6438b" /><Relationship Type="http://schemas.openxmlformats.org/officeDocument/2006/relationships/notesSlide" Target="/ppt/notesSlides/notesSlide24.xml" Id="R08b120f4020c49d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439663f91a452a" /><Relationship Type="http://schemas.openxmlformats.org/officeDocument/2006/relationships/notesSlide" Target="/ppt/notesSlides/notesSlide25.xml" Id="Rc58a1d26be75497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66f4c4db04bec" /><Relationship Type="http://schemas.openxmlformats.org/officeDocument/2006/relationships/notesSlide" Target="/ppt/notesSlides/notesSlide26.xml" Id="Rf8109e3cc52c42b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1df1015cb44ff" /><Relationship Type="http://schemas.openxmlformats.org/officeDocument/2006/relationships/notesSlide" Target="/ppt/notesSlides/notesSlide27.xml" Id="Rde9c8532fa5348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6a343599646d9" /><Relationship Type="http://schemas.openxmlformats.org/officeDocument/2006/relationships/notesSlide" Target="/ppt/notesSlides/notesSlide28.xml" Id="R8301de87a829452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1efe481f448a1" /><Relationship Type="http://schemas.openxmlformats.org/officeDocument/2006/relationships/notesSlide" Target="/ppt/notesSlides/notesSlide29.xml" Id="R2a6cf6d799c241e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94d0f2529491e" /><Relationship Type="http://schemas.openxmlformats.org/officeDocument/2006/relationships/notesSlide" Target="/ppt/notesSlides/notesSlide30.xml" Id="R24f4ed324a93401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af5dea2684f03" /><Relationship Type="http://schemas.openxmlformats.org/officeDocument/2006/relationships/notesSlide" Target="/ppt/notesSlides/notesSlide31.xml" Id="R36c1d6ede477433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14a56b85d445ee" /><Relationship Type="http://schemas.openxmlformats.org/officeDocument/2006/relationships/notesSlide" Target="/ppt/notesSlides/notesSlide32.xml" Id="R804afa26cebd4d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2117154794135" /><Relationship Type="http://schemas.openxmlformats.org/officeDocument/2006/relationships/notesSlide" Target="/ppt/notesSlides/notesSlide33.xml" Id="Ra674a05f99ac4ed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b8b304a424d8b" /><Relationship Type="http://schemas.openxmlformats.org/officeDocument/2006/relationships/notesSlide" Target="/ppt/notesSlides/notesSlide34.xml" Id="R254094c38ac24db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79df513c4473b" /><Relationship Type="http://schemas.openxmlformats.org/officeDocument/2006/relationships/notesSlide" Target="/ppt/notesSlides/notesSlide35.xml" Id="Rd2722c1e7cf0429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a40a14891455a" /><Relationship Type="http://schemas.openxmlformats.org/officeDocument/2006/relationships/notesSlide" Target="/ppt/notesSlides/notesSlide36.xml" Id="R47a71396e5034e0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9b01e9e0f43c0" /><Relationship Type="http://schemas.openxmlformats.org/officeDocument/2006/relationships/image" Target="/ppt/media/image2.png" Id="R37579641d63e4fd9" /><Relationship Type="http://schemas.openxmlformats.org/officeDocument/2006/relationships/image" Target="/ppt/media/image3.png" Id="R0c5aaa09e40c44d3" /><Relationship Type="http://schemas.openxmlformats.org/officeDocument/2006/relationships/image" Target="/ppt/media/image4.png" Id="Re31613ea483e47f2" /><Relationship Type="http://schemas.openxmlformats.org/officeDocument/2006/relationships/notesSlide" Target="/ppt/notesSlides/notesSlide37.xml" Id="R23c8b56d8b06420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1642647efb489d" /><Relationship Type="http://schemas.openxmlformats.org/officeDocument/2006/relationships/notesSlide" Target="/ppt/notesSlides/notesSlide38.xml" Id="R3942d87c525c4e4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ad3b658c84ec9" /><Relationship Type="http://schemas.openxmlformats.org/officeDocument/2006/relationships/notesSlide" Target="/ppt/notesSlides/notesSlide39.xml" Id="Re6c2e8460b554b3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5c9fab54b47f0" /><Relationship Type="http://schemas.openxmlformats.org/officeDocument/2006/relationships/notesSlide" Target="/ppt/notesSlides/notesSlide40.xml" Id="R518d12014a0249b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ebd2c5b914248" /><Relationship Type="http://schemas.openxmlformats.org/officeDocument/2006/relationships/notesSlide" Target="/ppt/notesSlides/notesSlide41.xml" Id="R6608a3f4552641e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3e2ef925f415e" /><Relationship Type="http://schemas.openxmlformats.org/officeDocument/2006/relationships/notesSlide" Target="/ppt/notesSlides/notesSlide42.xml" Id="R8fc8c95a82574f7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5e49e309964b6e" /><Relationship Type="http://schemas.openxmlformats.org/officeDocument/2006/relationships/notesSlide" Target="/ppt/notesSlides/notesSlide43.xml" Id="R49dbbf30f4ec4f2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99fe0134442e2" /><Relationship Type="http://schemas.openxmlformats.org/officeDocument/2006/relationships/notesSlide" Target="/ppt/notesSlides/notesSlide44.xml" Id="R3c846c9d73f247d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2665a421d4efa" /><Relationship Type="http://schemas.openxmlformats.org/officeDocument/2006/relationships/notesSlide" Target="/ppt/notesSlides/notesSlide45.xml" Id="R323f3b2db11c4a6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e99ef0a724991" /><Relationship Type="http://schemas.openxmlformats.org/officeDocument/2006/relationships/notesSlide" Target="/ppt/notesSlides/notesSlide46.xml" Id="R9a315e0fc8524d5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5589b34e047b6" /><Relationship Type="http://schemas.openxmlformats.org/officeDocument/2006/relationships/notesSlide" Target="/ppt/notesSlides/notesSlide47.xml" Id="R1153d91741ad4a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83C82-506D-4DF2-BCD4-088A1C18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4F2B3-6343-426B-AF15-9FAB1A4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AC348-6127-4240-83F0-93BAE0F8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1043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仕事で英語を使う40代・50代へ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C3184-E1DE-4E57-8C2B-FD76D42E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1043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魔法の10ミニッツ</a:t>
            </a:r>
          </a:p>
          <a:p xmlns:a="http://schemas.openxmlformats.org/drawingml/2006/main">
            <a: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発音メソッド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BE568-0146-4BC6-9EE8-499CC3E0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95700"/>
            <a:ext cx="276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37A33-6CCB-44DA-B87A-69184F10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英会話が驚くほど上達する</a:t>
            </a:r>
          </a:p>
          <a:p xmlns:a="http://schemas.openxmlformats.org/drawingml/2006/main">
            <a: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無料オンラインセミナー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401E3-AC1F-4F67-99A3-7AB0E5E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英語のパーソナルトレーナー　坪田まゆみ</a:t>
            </a:r>
          </a:p>
        </p:txBody>
      </p:sp>
    </p:spTree>
    <p:extLst>
      <p:ext uri="{BB962C8B-B14F-4D97-AF65-F5344CB8AC3E}">
        <p14:creationId xmlns:p14="http://schemas.microsoft.com/office/powerpoint/2010/main" val="1926175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E4B3F-BE9D-40E3-9E77-D0923C7B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426B0-1513-4092-A91C-645ECB0F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F9A76-0304-4711-98F0-45C6765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英文資料は読めるのに、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会議では知っている言葉を聞き逃す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9281A-72DD-41D9-8648-F93DCB0D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3A39F-4174-4A33-8737-6C561724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仕事で英語を使う40代・50代へ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08A1B-B8A2-4FE5-8E63-1CFB899B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3078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5CEE9-3A29-4DC5-8D5D-C43B5CC6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315D8-F673-4F9E-BA7D-648DE71E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33911-4208-42D1-834B-8C420F3A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たった10分で、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聞こえ方を比べる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D5753-D3FB-4D89-8A37-A4AC7E29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5701E-A12F-47D2-B689-99F2192B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一つのフレーズを聞く。声に出す。同じ音声をもう一度聞く。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8390B-F801-49C3-9209-FE2C7409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7043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F63CD-634F-4433-8AF1-8753631B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69F4F-E3B7-4756-B39E-51AB85F5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8C7B5-49DC-407F-99DA-4B1E8477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"/>
            <a:ext cx="633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坪田まゆみ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71A9D-1E1F-4630-AEB5-2252D117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英語のパーソナルトレーナー</a:t>
            </a:r>
          </a:p>
          <a:p xmlns:a="http://schemas.openxmlformats.org/drawingml/2006/main">
            <a: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講師歴25年以上・のべ4,000人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07A5C-3708-4B64-9553-2496DE3F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あなたの音を聞き、直す場所を絞ります。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55CC7-8461-42EA-AC8B-75D19A195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fd421c3204760"/>
          <a:srcRect xmlns:a="http://schemas.openxmlformats.org/drawingml/2006/main" l="0" t="1945" r="0" b="1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904875"/>
            <a:ext cx="3476625" cy="500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354E2-57ED-4C54-828E-5BA47AE7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3531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020AC-3B84-41B8-B61B-4A17DBA1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854E6-5A29-4EB9-83A9-AF35FF6F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05561-E2AF-4775-B75E-83580701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教科書の「ガール」と、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耳で覚えた音が違った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92BB8-3224-475C-864F-5C8E06CF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FF188-A189-422B-BF72-A19A15E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中学1年の夏、アメリカで気づいた音のズレ。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7613E-868A-48E5-9D5F-D130A505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247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AF6A2-D5E5-4E5A-9AB0-304AE935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97712-3E5B-4791-BF79-4D11FAA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548A-0DF5-4F58-BBAF-65212EB4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会議で止まる、一瞬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62CF9-6056-4F57-91C9-9D4F1E90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835A6-2CBF-4FD9-8EB4-1C11E15A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知っている一語が、つながった音の中に埋もれる。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0F849-836C-4CAB-9C37-7FB46A9F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9621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049CF-9D3D-4167-A9F1-01F48BC4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C3AAA-03C6-482F-8816-490AB61C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FE5FD-D9E6-4F68-B90B-8D70E90F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練習を増やす前に、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止まる場所を知る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E5AC6-124D-4AF9-8FFA-D36496FF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E1AC1-5786-4E80-8F4E-FC70400F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単語を足す前に、聞こえなかった音を確かめる。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17F29-5FEE-4AC2-B448-86949B9D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0609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233C7-47B7-4B79-9E9F-D6E3A151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F894F-458E-48CA-823B-1A9BF6DD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A0705-622D-400A-90D7-96D992D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文字で見る英語と、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会話で聞く音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EA281-DF6D-4E8E-8A28-34BBA826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F6169-F957-4B74-BA2E-7E381761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同じ単語でも、文の中では強さと長さが変わります。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B5386-83A6-45DE-AF39-CB20DF82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48945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6B777-4813-4C7F-B5F4-CF93B508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0FD15-0A2C-4F23-B4F3-D91ABDE1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3CF0E-8344-47A9-8109-8306BC09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強くなる語、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弱く短くなる語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63315-8BDA-47CF-9939-9BC7D9D1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AB907-029D-40AB-98F1-86D36C0F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全部の語が、同じ強さでは話されません。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C18C2-2BF2-4509-AE2E-0520E54B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169912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B6C4F-7EDA-4A4A-ADF4-2946D334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11E3B-E400-4645-B36E-35EB72C1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309A2-16A5-4D8A-B602-60CE48B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知っている単語が、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知らない音に聞こえる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E8F47-22C9-4B43-9413-84A9D66F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6534D-77AF-468B-A8C8-259F02AE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頭の中で待っていた音と、実際に届く音が違う。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FED22-4FCF-450F-8EA5-35CE2A82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509686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86422-787E-4ED1-9BF7-1B20FB2E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2FEB4-119D-4A58-B7B9-B6E4B53A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0AC1C-693E-4162-B716-7790FB7E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慣れた読み方が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残ることがある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F85B9-0CA6-4FFA-B24D-6CBE3F20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B3742-C94A-4688-ADD6-A48C9D7C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同じ音で繰り返すほど、その言い方に慣れてしまう場合があります。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1E134-2883-46A2-95E0-A6B6569D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1436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56B5B-AD9F-41EA-9596-70E01AB0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1152E-C5B0-458E-8954-C3283582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5F8FF-B5EF-4739-9FCE-6D345DB9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音を見直す四つの動作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3B636-9C8B-44C8-9B82-95D5B252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CA230-909F-4D42-86D4-4B09E762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9618D-3ABD-4596-8A92-9A648A42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19AE0-7807-49E1-AD13-E8B7405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特徴を知る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5A487-B9FF-465F-B47E-538EC37E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E43F3-D1B3-4278-B473-54B348A5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自分で出す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9E538-D2EE-44B1-9714-A5E6A6C3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54C20-202C-4319-8F50-DF9998D3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比べて直す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874A1-D696-4379-93FE-74F40F17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240099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92E75-6F74-4DE3-8CBD-CD1F941D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FF71A-C8AA-43DF-9F53-AE11364D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08BBD-7D72-4E1B-9122-CD715DB9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次に直す一箇所が分かる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35E7E-5F61-475E-A401-80A8081B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AECF7-7C23-4345-9A48-3B92A50E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正誤だけで終わらず、どこをどう練習するかまで。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93B2A-1AD1-49BB-AAEB-000FDF32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66680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05A0D-8122-4F14-BFB4-1A3DDD78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13474-F50C-46B5-8FE6-83865ED4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B0570-C936-498B-81B1-A4128AA1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最初は、英文を見ずに聞く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16813-8555-4781-8A85-695D4761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0F641-1BDB-42C6-AF6C-330DBDA3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メモできるものを用意してください。録音は任意です。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99C46-A3A3-40FA-9FD1-5F75882B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80293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0C5E0-0AC7-41BE-AE9A-6278594A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9BEC3-B247-4CE7-941D-A70D200C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C720D-67A9-44A6-A8D1-EDB51AD4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最初の聞こえ方を残す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F739D-1D53-49CA-83FF-7D4C5781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CDE85-83B6-4AF3-97BD-6BC446A2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聞こえた語と、聞き取れなかった場所をメモ。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DEDA1-4ACC-4E1B-8E1A-82636C4A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232293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BAA54-4190-4D6B-A9C1-EF19E98A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7D60A-B92B-415D-A56E-2E04E2A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F24C5-A675-4B1D-AD2A-7940800E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音だけを聞いてください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5B62C-FD34-4524-B6C6-5A3CE2BD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DBF63-BFBA-4D94-A350-16A509AB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聞こえた語を、一つだけでもメモ。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B09FA-7009-4F49-BFD4-F956F2AA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122549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835BC-C59B-4CAD-88CA-18BADE65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9EE7A-4CD6-41A4-AB6E-A0C87C00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ABF45-E855-4B6F-A6BE-783317C6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最初のメモ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37456-545D-471B-BC2C-391DDB2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2B40B-18F8-417C-9D10-6C8793AC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どこが聞こえましたか。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まだ答えは出しません。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E9B03-9E1B-4E39-88AE-0252A4AF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093608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92537-8D97-41B5-9BC1-16992E78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64E30-AE4D-4734-9592-3F1973A1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53E8E-EC29-44A8-960C-3C72E459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He must have been busy.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FC917-6159-4FAC-8CAD-0A22C30C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9C398-F085-43D6-A3F5-CC21A6F0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彼は忙しかったに違いない。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44B72-7A79-4CE4-B6DE-88437717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42923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D34DE-97BF-49BE-9DAA-29DFD7D7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34021-E0F4-443F-AD24-852B760C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28832-296B-487C-A6F9-CA66763B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must have been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FDA10-3419-4749-8D3A-CDEB8DF0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410EE-5682-48B1-97E0-B4776F98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三つの単語を、会話の中で一つのまとまりとして聞く。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DB356-94DC-4FD7-A2B3-18243857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831277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757CF-3D40-4CC8-BD6C-5DDE9B5E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76877-79DA-4F09-889A-4F109CB8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6BCA1-8C37-47A2-8568-4B3D4AE3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一語ずつ／会話の速さ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FE76A-1C3C-4C6C-9177-ED6D5123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5B750-5BA8-43D8-9FE3-FED224B6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坪田まゆみの見本を、二つの速さで聞く。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3B46F-2753-4BF3-8506-451A2FF9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545142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FC479-D3D0-49A7-B588-3065D871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DD61D-9B2C-4F0E-AA40-DE69F9BB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1132C-C96B-47B4-872C-218DC889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短くなる部分を聞く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F8D4E-EA4C-48AB-BB9A-D2738495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C3BC5-6F79-4A25-98C5-DA146339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真ん中の have は、短く弱くなることがあります。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AE600-77BD-4932-BBE1-4C83020A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141605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3951D-1CB6-4497-A1DC-E7BA1103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0C179-FE7B-4F67-9F40-1EAD1259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22678-3F51-4290-9F34-707EBA8C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must have been を3回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BE682-243D-4E63-865B-DF6C531A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794F2-A0AB-4BDE-8903-85764C77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見本のあとに、声に出してください。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87A95-4E39-4258-8477-FCDABF8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064101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99D3C-8E22-4EBE-A450-39A32DA9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42889-3CF1-4079-A351-92C094CD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17C91-AC18-484E-96B1-E5BCC7F0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He must have been busy.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5A501-6CEA-4F0A-950D-E3DCBAAB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E740B-AF85-4983-80C6-B330731A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今度は文全体を2回。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39013-2F32-48AA-957E-7A4D6A2A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217166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ECCCB-F062-492E-BB7A-85422840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A6C6-746F-416C-8BCA-E9949DB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2614E-33E9-432A-A48F-D2DFEC1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自分の声を一度聞く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6C6D2-7037-43CD-9BE7-09C1BFCE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10409-4139-4D93-B869-CF2FB239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録音できる方は、ここで一回録ってください。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7E4E7-3031-4BC7-81F1-76D7F28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282516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F7F08-40A2-4D30-A21E-171E6AD9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70C8E-49BB-4688-833F-ED30C810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23F0A-3284-47F6-9128-BE5961BE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直す場所は一箇所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2861E-DA13-4286-AAB6-B6C04521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B9AE2-082F-490D-8269-D98BF504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長さか、つながりか。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一つ選んで言い直す。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842B7-EE3E-4BE2-92F4-73C87028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998584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54A51-67D4-422C-BF96-5D07D974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819E4-9694-4A66-BA03-780ACB69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6DBAB-517A-45A7-9967-97ED33E9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同じ音声を、もう一度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91BCC-42FF-488A-BB9B-BD710B62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5239D-D6A1-41F3-8040-176FD071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最初より聞き取りやすい部分はありますか。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D7BEF-8E12-4878-AECC-3D268654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191933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64A5B-35B7-4B49-83E7-82A1053B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B8FA3-BFB6-404F-89BD-74B8406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A565A-D197-4662-9183-932327D7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別の文を、聞いてください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2C68F-AE4A-4CD4-BD78-3D038F04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78123-0D56-49E6-9BC9-C8C7B8FD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さっき練習した音のまとまりを探す。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F89BE-EBDF-4823-BA40-27698E17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359082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F1980-39C9-45C1-BBC6-9B146B83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4DC9D-92E5-49B5-A2C0-16AD3C86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AB388-ACBE-4F6E-A2A5-BBA9C7E3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It must have been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a long meeting.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2616E-8778-44C2-8977-71E48AE1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4F081-2613-45C7-BF71-5F5CD43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長い会議だったに違いない。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5AC51-9ACC-424F-B8F1-4435C614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1310766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A1735-EA58-4B37-A641-88AEAAAB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D20D2-EB9C-459C-967B-B9132113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521B1-1691-4F5F-88E9-3D992A03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結果は三つに分かれる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CFCAA-3296-4E2A-9389-6AEA7CD4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678F8-F39A-4E74-8503-BCAF347D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拾えた／まだ難しい／意味が分からなかった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DF5B0-75DC-42E3-A9ED-4FE2A6DB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0329365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2AFF4-49F8-4386-B53C-30394FA4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33AFD-F576-4042-8C79-FB5C71C6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E9760-F2AB-4E73-8089-24C0AA65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一部分を拾えた方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0D5CF-8970-4B57-9555-DC9226B3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151C5-714F-4F43-AB94-F0EF20EF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別の仕事の表現でも、同じ音の特徴を探す。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927D7-3C15-48FA-9FF2-506BCF6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568744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98F07-79F3-4759-A79C-4E432A96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DFDB2-7341-4C61-A712-F28539D9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6A3BD-EEDE-4EC2-91B5-69B33439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まだ聞き取りにくい方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13505-86FB-49EB-95A6-52C1C62C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BBAA7-4DAE-48CB-A729-FBFED9BD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短くなる場所と、つながる場所を小さく分ける。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B6EA1-5F51-4D6F-8213-1ECDA6DE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112874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E6575-3671-42BC-9389-0B3B0CA4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476B8-D207-4236-AFCA-83D26E37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C7951-1D41-4E5B-A191-21AC7DA8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意味が分からなかった方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B4C93-D24A-4946-949E-54D54FE4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B5311-E64F-4ABC-9110-0C49067A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意味を押さえてから、音を確かめる。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83915-0C23-407E-B879-7D264E1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670825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FAFCB-EAF5-49DB-B60F-BE0011C2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6698C-759B-4431-A459-DA85CEC2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8CD03-F654-4536-ABE2-A6462086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AIに聞いた回数では、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発音は変わらない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8E6C6-A683-4E8F-B375-4DE2ECAF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8F175-04F2-44D8-9270-8AF414D0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やり方を知る → 声に出す → 比べて直す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69F62-C061-4D23-8CFF-29C5AC2D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1274746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202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B8E73-500B-4414-A541-FD837F08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84D46-1260-4CEA-99D0-8C232800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5DD36-EEA5-4922-B3FF-414E8D66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629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21日間チャレンジコース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34ABC-D898-4EC5-9DF8-A2D5B2DE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0EF20-56C6-44A4-89D3-6F94A7EE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今日の10分を、仕事で使う英語へ。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655ED-3C18-433A-B067-3D7C40E3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42065524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93DE7-5033-446B-938D-A0E76555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964D9-77FC-49A3-BDCE-E6E2DC04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28781-A9DD-4536-9416-C0D9710E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開始前に、課題を見極める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05461-D834-4670-A0E0-0CB0C0B1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1EA7D-F72F-4810-BE96-842C627A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今の音と、練習の優先順位を決める。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8743D-E9B3-4C3B-B4FF-DD31434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57092058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14B3C-6227-4C0E-A9B6-7AEF07E4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C53E9-D94C-46D8-BA8F-F23F45D1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ED7F8-32B2-445D-BB1F-7920123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21日間の順序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AE14B-8B74-43C8-B0AE-B20960FC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F261E-C41A-416B-AA81-8AE6553C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1–4日目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リズム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B012E-1AC7-444D-8294-AE0D0C9D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69864-84DE-4C28-8BFB-C404B733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5–11日目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音の変化と発声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7A15B-C573-45A0-93BE-60A78249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B76BA-3EDC-4F94-803B-6FED7288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12–21日目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100例文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E6A2A-3E09-449A-A5C9-53872564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4598389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6D9EE-B04B-4D46-BD94-C57BE862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25AB4-9836-4929-9830-F1CB02BE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999CF-B887-40DA-8889-FF4DA097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"/>
            <a:ext cx="1062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学習アプリで、</a:t>
            </a:r>
          </a:p>
          <a:p xmlns:a="http://schemas.openxmlformats.org/drawingml/2006/main">
            <a: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毎日の課題を見る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DA3F3-AA77-43AC-9C14-0F61FB1E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解説を見て、聞いて、声に出して確かめる。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4D596-4931-4C2C-B3EB-B21D5A0D1F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79641d63e4fd9"/>
          <a:stretch xmlns:a="http://schemas.openxmlformats.org/drawingml/2006/main"/>
        </p:blipFill>
        <p:spPr>
          <a:xfrm xmlns:a="http://schemas.openxmlformats.org/drawingml/2006/main">
            <a:off x="3213017" y="2667000"/>
            <a:ext cx="1584491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26E71-B0F0-4087-947C-9035FBDC2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aaa09e40c44d3"/>
          <a:stretch xmlns:a="http://schemas.openxmlformats.org/drawingml/2006/main"/>
        </p:blipFill>
        <p:spPr>
          <a:xfrm xmlns:a="http://schemas.openxmlformats.org/drawingml/2006/main">
            <a:off x="5689517" y="2667000"/>
            <a:ext cx="1584491" cy="3429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64789-916F-4A33-B89A-FAE783F8BC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613ea483e47f2"/>
          <a:stretch xmlns:a="http://schemas.openxmlformats.org/drawingml/2006/main"/>
        </p:blipFill>
        <p:spPr>
          <a:xfrm xmlns:a="http://schemas.openxmlformats.org/drawingml/2006/main">
            <a:off x="8166017" y="2667000"/>
            <a:ext cx="1584491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7D804-A667-4929-AC99-E7E78047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8392635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471B5-E892-41D1-A162-D0EDF729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C3FC7-3994-4FE5-8084-94B302C7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B7C4D-4233-4672-91F5-1F3A5C9E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仕事で使う英語へ広げる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FB1A1-3AAA-47C7-8C28-EC5B1A4E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C0ED3-0F21-409F-BE8E-73E6185D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会議や予定調整で使う表現にも取り組む。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D22F1-2EF4-40E0-9967-18816B87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310699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1568B-3941-4A4B-9AC6-26972CA2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21F36-F6BF-42C0-9EFE-C443C36A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FCE69-1BBC-42FF-BD96-5D10EA95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提出音声に、3回フィードバック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B0EF1-52CA-4018-8AD9-CFB9FFBA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9F531-D40D-4C34-BE3C-75F719F5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添削例：音のつながりはできています。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次は文の強弱をつけて、録音を比べましょう。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B2575-EBB5-4350-97A4-FD59F5EA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815880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3B368-7B74-4F15-94A9-3849DA05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6524F-E4D1-4EA3-BBE6-F30A6B7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0A4FA-07E5-44C0-AC6C-E27C4EB1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最後の個別セッション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5C1CD-C858-4C5E-B932-35DFFEB8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CDA95-1233-4BE9-83C2-56E96447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60分で変化と、その後の練習を整理する。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B8679-5A0E-425C-9504-63FC42A3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2405477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2339B-0947-45A2-975E-7D8D3887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27D1D-02B9-4208-A1FE-9D88E761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475AA-B22E-4442-AD30-6E876843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講座に含まれる支援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6BF21-9CFB-4955-AFD1-60F04588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00822-9E5C-4606-B69D-8AE9E93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個別コーチング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6F166-A0E6-4533-8E72-9A198A8A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5E907-32F1-43F8-88F1-2F49DB9A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音声添削3回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A36BE-ACE0-42BA-9652-41DB978B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8B97B-E094-416E-B783-FBBD7977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アプリで21日間の学習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95E85-80F7-4E47-B64D-3B7EDC72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55126703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22549-0361-4E97-A55C-4879ABE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B4AD4-E1CA-4182-A22E-AE6A658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281FC-DA8A-4E8F-B9D7-4C9CC9C7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練習が続く環境を用意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9C96A-9068-4127-97CA-D95AF85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B8AC-78CD-4F1D-BF75-E2E9CF07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毎日の課題 → 自分の録音 → 見本と比較 → 坪田の音声添削3回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6CD13-9B3C-4846-A097-972E3384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80833754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A296A-7AE0-4C46-B3F3-116A5441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1A5AE-0973-4B10-A4AE-EC8D8781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29925-9958-4AA5-A0EB-9F1DF22F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視聴中の講座価格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1954E-17AD-48A7-9F59-339C10FE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5544F-691A-443C-A077-14261618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39,800円（税込）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56209-D67C-4E90-AB99-7A59BE86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視聴後のお申し込みは49,800円（税込）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DEC1C-7427-4704-855A-D43195F4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78372358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3CA95-F4AA-4B0E-848A-609741F5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3177A-18BC-4A37-9082-86FBF569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051C0-458F-453E-9768-D1803C6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発音診断を購入済みの方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E275D-113E-49AE-9A80-59208105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0DCAB-B319-44F8-B7D0-0B3B8578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追加33,820円（税込）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4ECE4-660E-4C9F-BDEC-2E24F2ED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お支払い済みの5,980円を充当。合計39,800円。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3F1C1-E62B-4C6B-B910-D1854421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4734849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CD72C-55C8-457F-90CD-D797E729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3AFE3-DB91-4DA9-B8E9-2F3C6E93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A6543-6502-4580-8A84-4501AF5D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10分の体験を、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21日間の練習へ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33B63-8FEB-43BA-A9C5-431D0F28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F9516-C56E-4F98-A1B2-31F60C93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一つのフレーズで気づいた音を、別の文でも使えるように。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05154-ED0E-467D-BEE3-9B5174E2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97014699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03237-979A-4D93-8A07-2D3C953E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9B74D-50A6-499A-A174-C003B06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027B2-3B4E-4AC6-B7B5-91939622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ご自身で続けるか、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一緒に直すか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835E0-F833-4CD4-B30D-931A447C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A9BC6-235E-4B60-8A78-21245576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今日の音の気づきを、次の練習へ。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0D587-BC6B-49F5-B587-DE796A61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0840470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202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963B7-C59E-40B8-9618-55C5D273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125CD-F191-47C1-A843-4DA1FDCD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CCD69-FEA0-4DB2-B38D-987A4D52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629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申込欄は、この動画の下です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EC3CE-3113-49D7-8D6C-77BC13D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4CB8A-106D-40E7-AC29-75465A21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内容とお支払い額をご確認ください。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63903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2026-10-26T10:57:26.9970000Z</dcterms:created>
  <dcterms:modified xsi:type="dcterms:W3CDTF">2026-10-26T10:57:26.9970000Z</dcterms:modified>
</coreProperties>
</file>