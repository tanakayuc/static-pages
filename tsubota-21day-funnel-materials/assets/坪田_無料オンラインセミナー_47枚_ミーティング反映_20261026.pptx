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0e58b69b437417b" /><Relationship Type="http://schemas.openxmlformats.org/officeDocument/2006/relationships/extended-properties" Target="/docProps/app.xml" Id="R78bf82ad2ed348a6" /><Relationship Type="http://schemas.openxmlformats.org/officeDocument/2006/relationships/officeDocument" Target="/ppt/presentation.xml" Id="Rc90df76ccbae416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b94a84523cc4fb7"/>
  </p:sldMasterIdLst>
  <p:notesMasterIdLst>
    <p:notesMasterId xmlns:r="http://schemas.openxmlformats.org/officeDocument/2006/relationships" r:id="Rec54fc7fcfeb409e"/>
  </p:notesMasterIdLst>
  <p:sldIdLst>
    <p:sldId xmlns:r="http://schemas.openxmlformats.org/officeDocument/2006/relationships" id="256" r:id="Re1a6fb6c27e4495f"/>
    <p:sldId xmlns:r="http://schemas.openxmlformats.org/officeDocument/2006/relationships" id="257" r:id="R4aaeb775c22e40f5"/>
    <p:sldId xmlns:r="http://schemas.openxmlformats.org/officeDocument/2006/relationships" id="258" r:id="R528a354f7b8441a0"/>
    <p:sldId xmlns:r="http://schemas.openxmlformats.org/officeDocument/2006/relationships" id="259" r:id="R20e1526b63354e42"/>
    <p:sldId xmlns:r="http://schemas.openxmlformats.org/officeDocument/2006/relationships" id="260" r:id="R7ff15db3fddd4c19"/>
    <p:sldId xmlns:r="http://schemas.openxmlformats.org/officeDocument/2006/relationships" id="261" r:id="Ra180577d79ce4593"/>
    <p:sldId xmlns:r="http://schemas.openxmlformats.org/officeDocument/2006/relationships" id="262" r:id="Rd67ce62007804649"/>
    <p:sldId xmlns:r="http://schemas.openxmlformats.org/officeDocument/2006/relationships" id="263" r:id="R83cd4e13346b4228"/>
    <p:sldId xmlns:r="http://schemas.openxmlformats.org/officeDocument/2006/relationships" id="264" r:id="Rc74e687660244c31"/>
    <p:sldId xmlns:r="http://schemas.openxmlformats.org/officeDocument/2006/relationships" id="265" r:id="Reb3569212bd24a4c"/>
    <p:sldId xmlns:r="http://schemas.openxmlformats.org/officeDocument/2006/relationships" id="266" r:id="Rcf16b20f5e094a54"/>
    <p:sldId xmlns:r="http://schemas.openxmlformats.org/officeDocument/2006/relationships" id="267" r:id="R35e8cd44e9fe42b7"/>
    <p:sldId xmlns:r="http://schemas.openxmlformats.org/officeDocument/2006/relationships" id="268" r:id="R5f1913d820d44a8e"/>
    <p:sldId xmlns:r="http://schemas.openxmlformats.org/officeDocument/2006/relationships" id="269" r:id="Rf3b9593fc70e4954"/>
    <p:sldId xmlns:r="http://schemas.openxmlformats.org/officeDocument/2006/relationships" id="270" r:id="R84cc3fd1a26c4b96"/>
    <p:sldId xmlns:r="http://schemas.openxmlformats.org/officeDocument/2006/relationships" id="271" r:id="Re5ae199663064da3"/>
    <p:sldId xmlns:r="http://schemas.openxmlformats.org/officeDocument/2006/relationships" id="272" r:id="Rfb24409cbce949cc"/>
    <p:sldId xmlns:r="http://schemas.openxmlformats.org/officeDocument/2006/relationships" id="273" r:id="Rd1b8a10352544d1d"/>
    <p:sldId xmlns:r="http://schemas.openxmlformats.org/officeDocument/2006/relationships" id="274" r:id="Rd9d870fa6c14481f"/>
    <p:sldId xmlns:r="http://schemas.openxmlformats.org/officeDocument/2006/relationships" id="275" r:id="Ra7d1469d27ba43c9"/>
    <p:sldId xmlns:r="http://schemas.openxmlformats.org/officeDocument/2006/relationships" id="276" r:id="Rda1204183ca04206"/>
    <p:sldId xmlns:r="http://schemas.openxmlformats.org/officeDocument/2006/relationships" id="277" r:id="R3ca4962ea65a4b48"/>
    <p:sldId xmlns:r="http://schemas.openxmlformats.org/officeDocument/2006/relationships" id="278" r:id="Raabd27f580a44aa3"/>
    <p:sldId xmlns:r="http://schemas.openxmlformats.org/officeDocument/2006/relationships" id="279" r:id="Rcbfbd5f2f49d4499"/>
    <p:sldId xmlns:r="http://schemas.openxmlformats.org/officeDocument/2006/relationships" id="280" r:id="R0f32c7b3c70d46e7"/>
    <p:sldId xmlns:r="http://schemas.openxmlformats.org/officeDocument/2006/relationships" id="281" r:id="Reee296ebb846472c"/>
    <p:sldId xmlns:r="http://schemas.openxmlformats.org/officeDocument/2006/relationships" id="282" r:id="Rffd63ff8d40542eb"/>
    <p:sldId xmlns:r="http://schemas.openxmlformats.org/officeDocument/2006/relationships" id="283" r:id="R918f388754364b2e"/>
    <p:sldId xmlns:r="http://schemas.openxmlformats.org/officeDocument/2006/relationships" id="284" r:id="R4eb268e4b2464a2f"/>
    <p:sldId xmlns:r="http://schemas.openxmlformats.org/officeDocument/2006/relationships" id="285" r:id="R6f85a906cd034561"/>
    <p:sldId xmlns:r="http://schemas.openxmlformats.org/officeDocument/2006/relationships" id="286" r:id="R53f3762fc0a94ff6"/>
    <p:sldId xmlns:r="http://schemas.openxmlformats.org/officeDocument/2006/relationships" id="287" r:id="R30384690122e4287"/>
    <p:sldId xmlns:r="http://schemas.openxmlformats.org/officeDocument/2006/relationships" id="288" r:id="R8462eeb39a8e457e"/>
    <p:sldId xmlns:r="http://schemas.openxmlformats.org/officeDocument/2006/relationships" id="289" r:id="R70b920a9ce474755"/>
    <p:sldId xmlns:r="http://schemas.openxmlformats.org/officeDocument/2006/relationships" id="290" r:id="R3fb7430b82d447e8"/>
    <p:sldId xmlns:r="http://schemas.openxmlformats.org/officeDocument/2006/relationships" id="291" r:id="R7af1c99bb0ec4203"/>
    <p:sldId xmlns:r="http://schemas.openxmlformats.org/officeDocument/2006/relationships" id="292" r:id="R6bffa97f3b4e4dfb"/>
    <p:sldId xmlns:r="http://schemas.openxmlformats.org/officeDocument/2006/relationships" id="293" r:id="Re273512b2719459a"/>
    <p:sldId xmlns:r="http://schemas.openxmlformats.org/officeDocument/2006/relationships" id="294" r:id="R3d3dd274a9b74c8d"/>
    <p:sldId xmlns:r="http://schemas.openxmlformats.org/officeDocument/2006/relationships" id="295" r:id="Re391b5bc7d204fce"/>
    <p:sldId xmlns:r="http://schemas.openxmlformats.org/officeDocument/2006/relationships" id="296" r:id="Rdc2eaa84748147ae"/>
    <p:sldId xmlns:r="http://schemas.openxmlformats.org/officeDocument/2006/relationships" id="297" r:id="Re44edcfa91d5430d"/>
    <p:sldId xmlns:r="http://schemas.openxmlformats.org/officeDocument/2006/relationships" id="298" r:id="R6321ed201943470f"/>
    <p:sldId xmlns:r="http://schemas.openxmlformats.org/officeDocument/2006/relationships" id="299" r:id="Rc62996ee1c7e4218"/>
    <p:sldId xmlns:r="http://schemas.openxmlformats.org/officeDocument/2006/relationships" id="300" r:id="R84e5369775634072"/>
    <p:sldId xmlns:r="http://schemas.openxmlformats.org/officeDocument/2006/relationships" id="301" r:id="Rb82bb8746f37472b"/>
    <p:sldId xmlns:r="http://schemas.openxmlformats.org/officeDocument/2006/relationships" id="302" r:id="Rb997f6cc3b534e9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2955f4db11e49ae" /><Relationship Type="http://schemas.openxmlformats.org/officeDocument/2006/relationships/slideMaster" Target="/ppt/slideMasters/slideMaster1.xml" Id="R3b94a84523cc4fb7" /><Relationship Type="http://schemas.openxmlformats.org/officeDocument/2006/relationships/notesMaster" Target="/ppt/notesMasters/notesMaster1.xml" Id="Rec54fc7fcfeb409e" /><Relationship Type="http://schemas.openxmlformats.org/officeDocument/2006/relationships/presProps" Target="/ppt/presProps.xml" Id="R32763f21799c49bf" /><Relationship Type="http://schemas.openxmlformats.org/officeDocument/2006/relationships/tableStyles" Target="/ppt/tableStyles.xml" Id="Rc8a1c563663e4ffb" /><Relationship Type="http://schemas.openxmlformats.org/officeDocument/2006/relationships/slide" Target="/ppt/slides/slide1.xml" Id="Re1a6fb6c27e4495f" /><Relationship Type="http://schemas.openxmlformats.org/officeDocument/2006/relationships/slide" Target="/ppt/slides/slide2.xml" Id="R4aaeb775c22e40f5" /><Relationship Type="http://schemas.openxmlformats.org/officeDocument/2006/relationships/slide" Target="/ppt/slides/slide3.xml" Id="R528a354f7b8441a0" /><Relationship Type="http://schemas.openxmlformats.org/officeDocument/2006/relationships/slide" Target="/ppt/slides/slide4.xml" Id="R20e1526b63354e42" /><Relationship Type="http://schemas.openxmlformats.org/officeDocument/2006/relationships/slide" Target="/ppt/slides/slide5.xml" Id="R7ff15db3fddd4c19" /><Relationship Type="http://schemas.openxmlformats.org/officeDocument/2006/relationships/slide" Target="/ppt/slides/slide6.xml" Id="Ra180577d79ce4593" /><Relationship Type="http://schemas.openxmlformats.org/officeDocument/2006/relationships/slide" Target="/ppt/slides/slide7.xml" Id="Rd67ce62007804649" /><Relationship Type="http://schemas.openxmlformats.org/officeDocument/2006/relationships/slide" Target="/ppt/slides/slide8.xml" Id="R83cd4e13346b4228" /><Relationship Type="http://schemas.openxmlformats.org/officeDocument/2006/relationships/slide" Target="/ppt/slides/slide9.xml" Id="Rc74e687660244c31" /><Relationship Type="http://schemas.openxmlformats.org/officeDocument/2006/relationships/slide" Target="/ppt/slides/slide10.xml" Id="Reb3569212bd24a4c" /><Relationship Type="http://schemas.openxmlformats.org/officeDocument/2006/relationships/slide" Target="/ppt/slides/slide11.xml" Id="Rcf16b20f5e094a54" /><Relationship Type="http://schemas.openxmlformats.org/officeDocument/2006/relationships/slide" Target="/ppt/slides/slide12.xml" Id="R35e8cd44e9fe42b7" /><Relationship Type="http://schemas.openxmlformats.org/officeDocument/2006/relationships/slide" Target="/ppt/slides/slide13.xml" Id="R5f1913d820d44a8e" /><Relationship Type="http://schemas.openxmlformats.org/officeDocument/2006/relationships/slide" Target="/ppt/slides/slide14.xml" Id="Rf3b9593fc70e4954" /><Relationship Type="http://schemas.openxmlformats.org/officeDocument/2006/relationships/slide" Target="/ppt/slides/slide15.xml" Id="R84cc3fd1a26c4b96" /><Relationship Type="http://schemas.openxmlformats.org/officeDocument/2006/relationships/slide" Target="/ppt/slides/slide16.xml" Id="Re5ae199663064da3" /><Relationship Type="http://schemas.openxmlformats.org/officeDocument/2006/relationships/slide" Target="/ppt/slides/slide17.xml" Id="Rfb24409cbce949cc" /><Relationship Type="http://schemas.openxmlformats.org/officeDocument/2006/relationships/slide" Target="/ppt/slides/slide18.xml" Id="Rd1b8a10352544d1d" /><Relationship Type="http://schemas.openxmlformats.org/officeDocument/2006/relationships/slide" Target="/ppt/slides/slide19.xml" Id="Rd9d870fa6c14481f" /><Relationship Type="http://schemas.openxmlformats.org/officeDocument/2006/relationships/slide" Target="/ppt/slides/slide20.xml" Id="Ra7d1469d27ba43c9" /><Relationship Type="http://schemas.openxmlformats.org/officeDocument/2006/relationships/slide" Target="/ppt/slides/slide21.xml" Id="Rda1204183ca04206" /><Relationship Type="http://schemas.openxmlformats.org/officeDocument/2006/relationships/slide" Target="/ppt/slides/slide22.xml" Id="R3ca4962ea65a4b48" /><Relationship Type="http://schemas.openxmlformats.org/officeDocument/2006/relationships/slide" Target="/ppt/slides/slide23.xml" Id="Raabd27f580a44aa3" /><Relationship Type="http://schemas.openxmlformats.org/officeDocument/2006/relationships/slide" Target="/ppt/slides/slide24.xml" Id="Rcbfbd5f2f49d4499" /><Relationship Type="http://schemas.openxmlformats.org/officeDocument/2006/relationships/slide" Target="/ppt/slides/slide25.xml" Id="R0f32c7b3c70d46e7" /><Relationship Type="http://schemas.openxmlformats.org/officeDocument/2006/relationships/slide" Target="/ppt/slides/slide26.xml" Id="Reee296ebb846472c" /><Relationship Type="http://schemas.openxmlformats.org/officeDocument/2006/relationships/slide" Target="/ppt/slides/slide27.xml" Id="Rffd63ff8d40542eb" /><Relationship Type="http://schemas.openxmlformats.org/officeDocument/2006/relationships/slide" Target="/ppt/slides/slide28.xml" Id="R918f388754364b2e" /><Relationship Type="http://schemas.openxmlformats.org/officeDocument/2006/relationships/slide" Target="/ppt/slides/slide29.xml" Id="R4eb268e4b2464a2f" /><Relationship Type="http://schemas.openxmlformats.org/officeDocument/2006/relationships/slide" Target="/ppt/slides/slide30.xml" Id="R6f85a906cd034561" /><Relationship Type="http://schemas.openxmlformats.org/officeDocument/2006/relationships/slide" Target="/ppt/slides/slide31.xml" Id="R53f3762fc0a94ff6" /><Relationship Type="http://schemas.openxmlformats.org/officeDocument/2006/relationships/slide" Target="/ppt/slides/slide32.xml" Id="R30384690122e4287" /><Relationship Type="http://schemas.openxmlformats.org/officeDocument/2006/relationships/slide" Target="/ppt/slides/slide33.xml" Id="R8462eeb39a8e457e" /><Relationship Type="http://schemas.openxmlformats.org/officeDocument/2006/relationships/slide" Target="/ppt/slides/slide34.xml" Id="R70b920a9ce474755" /><Relationship Type="http://schemas.openxmlformats.org/officeDocument/2006/relationships/slide" Target="/ppt/slides/slide35.xml" Id="R3fb7430b82d447e8" /><Relationship Type="http://schemas.openxmlformats.org/officeDocument/2006/relationships/slide" Target="/ppt/slides/slide36.xml" Id="R7af1c99bb0ec4203" /><Relationship Type="http://schemas.openxmlformats.org/officeDocument/2006/relationships/slide" Target="/ppt/slides/slide37.xml" Id="R6bffa97f3b4e4dfb" /><Relationship Type="http://schemas.openxmlformats.org/officeDocument/2006/relationships/slide" Target="/ppt/slides/slide38.xml" Id="Re273512b2719459a" /><Relationship Type="http://schemas.openxmlformats.org/officeDocument/2006/relationships/slide" Target="/ppt/slides/slide39.xml" Id="R3d3dd274a9b74c8d" /><Relationship Type="http://schemas.openxmlformats.org/officeDocument/2006/relationships/slide" Target="/ppt/slides/slide40.xml" Id="Re391b5bc7d204fce" /><Relationship Type="http://schemas.openxmlformats.org/officeDocument/2006/relationships/slide" Target="/ppt/slides/slide41.xml" Id="Rdc2eaa84748147ae" /><Relationship Type="http://schemas.openxmlformats.org/officeDocument/2006/relationships/slide" Target="/ppt/slides/slide42.xml" Id="Re44edcfa91d5430d" /><Relationship Type="http://schemas.openxmlformats.org/officeDocument/2006/relationships/slide" Target="/ppt/slides/slide43.xml" Id="R6321ed201943470f" /><Relationship Type="http://schemas.openxmlformats.org/officeDocument/2006/relationships/slide" Target="/ppt/slides/slide44.xml" Id="Rc62996ee1c7e4218" /><Relationship Type="http://schemas.openxmlformats.org/officeDocument/2006/relationships/slide" Target="/ppt/slides/slide45.xml" Id="R84e5369775634072" /><Relationship Type="http://schemas.openxmlformats.org/officeDocument/2006/relationships/slide" Target="/ppt/slides/slide46.xml" Id="Rb82bb8746f37472b" /><Relationship Type="http://schemas.openxmlformats.org/officeDocument/2006/relationships/slide" Target="/ppt/slides/slide47.xml" Id="Rb997f6cc3b534e9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84e99a929ac413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32e82437b0b4165" /><Relationship Type="http://schemas.openxmlformats.org/officeDocument/2006/relationships/notesMaster" Target="/ppt/notesMasters/notesMaster1.xml" Id="R008a1855f37f46e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a00cbae0a5341ef" /><Relationship Type="http://schemas.openxmlformats.org/officeDocument/2006/relationships/notesMaster" Target="/ppt/notesMasters/notesMaster1.xml" Id="Rdffbddc1aefb42a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56a64fc88c246e6" /><Relationship Type="http://schemas.openxmlformats.org/officeDocument/2006/relationships/notesMaster" Target="/ppt/notesMasters/notesMaster1.xml" Id="R805d378b026a490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48077c103d14b60" /><Relationship Type="http://schemas.openxmlformats.org/officeDocument/2006/relationships/notesMaster" Target="/ppt/notesMasters/notesMaster1.xml" Id="R2d225998f75b4a7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b09e8137a354564" /><Relationship Type="http://schemas.openxmlformats.org/officeDocument/2006/relationships/notesMaster" Target="/ppt/notesMasters/notesMaster1.xml" Id="Rbb3e40cb65554f4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3188dcc3b1e4fd9" /><Relationship Type="http://schemas.openxmlformats.org/officeDocument/2006/relationships/notesMaster" Target="/ppt/notesMasters/notesMaster1.xml" Id="Rca70678ffed34d8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b0ae897d3ce4524" /><Relationship Type="http://schemas.openxmlformats.org/officeDocument/2006/relationships/notesMaster" Target="/ppt/notesMasters/notesMaster1.xml" Id="Re84888b416bb4cd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ab4a870bee847a6" /><Relationship Type="http://schemas.openxmlformats.org/officeDocument/2006/relationships/notesMaster" Target="/ppt/notesMasters/notesMaster1.xml" Id="R35ac9576007340c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9c8a63f03e241d3" /><Relationship Type="http://schemas.openxmlformats.org/officeDocument/2006/relationships/notesMaster" Target="/ppt/notesMasters/notesMaster1.xml" Id="Rad98ac81a7a14b0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ffc9f72402346db" /><Relationship Type="http://schemas.openxmlformats.org/officeDocument/2006/relationships/notesMaster" Target="/ppt/notesMasters/notesMaster1.xml" Id="Rdef760916dc0475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1356585fb5f42e6" /><Relationship Type="http://schemas.openxmlformats.org/officeDocument/2006/relationships/notesMaster" Target="/ppt/notesMasters/notesMaster1.xml" Id="R8908da31a70040b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5e3fbff06d544cb" /><Relationship Type="http://schemas.openxmlformats.org/officeDocument/2006/relationships/notesMaster" Target="/ppt/notesMasters/notesMaster1.xml" Id="R0ee3ac7490f64b5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98b4196b0ad4d0d" /><Relationship Type="http://schemas.openxmlformats.org/officeDocument/2006/relationships/notesMaster" Target="/ppt/notesMasters/notesMaster1.xml" Id="R93557f17dc234ad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780a98c61b44caa" /><Relationship Type="http://schemas.openxmlformats.org/officeDocument/2006/relationships/notesMaster" Target="/ppt/notesMasters/notesMaster1.xml" Id="R459ef4e13b174a7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b23676ff9674dcb" /><Relationship Type="http://schemas.openxmlformats.org/officeDocument/2006/relationships/notesMaster" Target="/ppt/notesMasters/notesMaster1.xml" Id="R5b9fd080e3b3480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55734529c6242e7" /><Relationship Type="http://schemas.openxmlformats.org/officeDocument/2006/relationships/notesMaster" Target="/ppt/notesMasters/notesMaster1.xml" Id="R1220d086ffc4430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cd7407111de415f" /><Relationship Type="http://schemas.openxmlformats.org/officeDocument/2006/relationships/notesMaster" Target="/ppt/notesMasters/notesMaster1.xml" Id="R11f128dc038f4d9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cda529c78ed4bfe" /><Relationship Type="http://schemas.openxmlformats.org/officeDocument/2006/relationships/notesMaster" Target="/ppt/notesMasters/notesMaster1.xml" Id="Rd6ae7f2f59fd40c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a0d79df43c44fd4" /><Relationship Type="http://schemas.openxmlformats.org/officeDocument/2006/relationships/notesMaster" Target="/ppt/notesMasters/notesMaster1.xml" Id="R74c02019846944d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328909198af34810" /><Relationship Type="http://schemas.openxmlformats.org/officeDocument/2006/relationships/notesMaster" Target="/ppt/notesMasters/notesMaster1.xml" Id="R926177dc375e4d8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ee561fb953ef45a9" /><Relationship Type="http://schemas.openxmlformats.org/officeDocument/2006/relationships/notesMaster" Target="/ppt/notesMasters/notesMaster1.xml" Id="R146137d6ed8f4f05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8df1f9617b884ed1" /><Relationship Type="http://schemas.openxmlformats.org/officeDocument/2006/relationships/notesMaster" Target="/ppt/notesMasters/notesMaster1.xml" Id="R8d93c166c3994760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344359135514f17" /><Relationship Type="http://schemas.openxmlformats.org/officeDocument/2006/relationships/notesMaster" Target="/ppt/notesMasters/notesMaster1.xml" Id="R98831f176f7c4290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97c7dc828fae4005" /><Relationship Type="http://schemas.openxmlformats.org/officeDocument/2006/relationships/notesMaster" Target="/ppt/notesMasters/notesMaster1.xml" Id="Rc9706c42d638401b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97d83245fba54ccf" /><Relationship Type="http://schemas.openxmlformats.org/officeDocument/2006/relationships/notesMaster" Target="/ppt/notesMasters/notesMaster1.xml" Id="R759365c0fa1d474d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1ead9c6acf8743d7" /><Relationship Type="http://schemas.openxmlformats.org/officeDocument/2006/relationships/notesMaster" Target="/ppt/notesMasters/notesMaster1.xml" Id="Re81f06efc6da4e50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9f272430ca1a4556" /><Relationship Type="http://schemas.openxmlformats.org/officeDocument/2006/relationships/notesMaster" Target="/ppt/notesMasters/notesMaster1.xml" Id="Rf9ea9315f4e14226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c6dcfc9d1ae64754" /><Relationship Type="http://schemas.openxmlformats.org/officeDocument/2006/relationships/notesMaster" Target="/ppt/notesMasters/notesMaster1.xml" Id="Rc394904f8d58496a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de2c5a2ebbf54205" /><Relationship Type="http://schemas.openxmlformats.org/officeDocument/2006/relationships/notesMaster" Target="/ppt/notesMasters/notesMaster1.xml" Id="Rcb73bca399424c12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f8126034bce14a10" /><Relationship Type="http://schemas.openxmlformats.org/officeDocument/2006/relationships/notesMaster" Target="/ppt/notesMasters/notesMaster1.xml" Id="Rc78d3fea2cac405a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f5df9c21a2184f68" /><Relationship Type="http://schemas.openxmlformats.org/officeDocument/2006/relationships/notesMaster" Target="/ppt/notesMasters/notesMaster1.xml" Id="Rbeef7df243ae4b39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570bda1932304793" /><Relationship Type="http://schemas.openxmlformats.org/officeDocument/2006/relationships/notesMaster" Target="/ppt/notesMasters/notesMaster1.xml" Id="Rf0b8494792844e0f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a7d00af89ddf4676" /><Relationship Type="http://schemas.openxmlformats.org/officeDocument/2006/relationships/notesMaster" Target="/ppt/notesMasters/notesMaster1.xml" Id="R8b119175545a4b8a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92a9307df96748d2" /><Relationship Type="http://schemas.openxmlformats.org/officeDocument/2006/relationships/notesMaster" Target="/ppt/notesMasters/notesMaster1.xml" Id="Rcc8b180530594345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b96971c8093c4883" /><Relationship Type="http://schemas.openxmlformats.org/officeDocument/2006/relationships/notesMaster" Target="/ppt/notesMasters/notesMaster1.xml" Id="Rdde22db975774550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2e9bc1c65cf841a1" /><Relationship Type="http://schemas.openxmlformats.org/officeDocument/2006/relationships/notesMaster" Target="/ppt/notesMasters/notesMaster1.xml" Id="Rc5349f582ff248d1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db3799b1a58a4a78" /><Relationship Type="http://schemas.openxmlformats.org/officeDocument/2006/relationships/notesMaster" Target="/ppt/notesMasters/notesMaster1.xml" Id="Rea8b7bf02c804ad8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268eb0d59cad4c23" /><Relationship Type="http://schemas.openxmlformats.org/officeDocument/2006/relationships/notesMaster" Target="/ppt/notesMasters/notesMaster1.xml" Id="Rc3df4ce15dd94413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d6cbd2f13f0a4f59" /><Relationship Type="http://schemas.openxmlformats.org/officeDocument/2006/relationships/notesMaster" Target="/ppt/notesMasters/notesMaster1.xml" Id="R2315874777634585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0a8ed330b4f5495d" /><Relationship Type="http://schemas.openxmlformats.org/officeDocument/2006/relationships/notesMaster" Target="/ppt/notesMasters/notesMaster1.xml" Id="R61b8dcbdc838405d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c92e8c8b535748e2" /><Relationship Type="http://schemas.openxmlformats.org/officeDocument/2006/relationships/notesMaster" Target="/ppt/notesMasters/notesMaster1.xml" Id="Rd5aa6f8364794d2c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f07b4b1475d44824" /><Relationship Type="http://schemas.openxmlformats.org/officeDocument/2006/relationships/notesMaster" Target="/ppt/notesMasters/notesMaster1.xml" Id="R0bacf0e4e8b74b11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db08a1d37752433d" /><Relationship Type="http://schemas.openxmlformats.org/officeDocument/2006/relationships/notesMaster" Target="/ppt/notesMasters/notesMaster1.xml" Id="Re6c6b41187c84c59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27211975826640d6" /><Relationship Type="http://schemas.openxmlformats.org/officeDocument/2006/relationships/notesMaster" Target="/ppt/notesMasters/notesMaster1.xml" Id="R31b07bef87404f5f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11180f96c57a470b" /><Relationship Type="http://schemas.openxmlformats.org/officeDocument/2006/relationships/notesMaster" Target="/ppt/notesMasters/notesMaster1.xml" Id="Rc0713947e8d84f0f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ea0ac0c3059541d0" /><Relationship Type="http://schemas.openxmlformats.org/officeDocument/2006/relationships/notesMaster" Target="/ppt/notesMasters/notesMaster1.xml" Id="R01e5e9bc98e64678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b5983e7ec95f4bc8" /><Relationship Type="http://schemas.openxmlformats.org/officeDocument/2006/relationships/notesMaster" Target="/ppt/notesMasters/notesMaster1.xml" Id="R6ca6985f9193497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0:00–4:00。坪田まゆみが挨拶。10分で一つのフレーズの聞こえ方を比べる体験を約束する。</a:t>
            </a:r>
          </a:p>
          <a:p xmlns:a="http://schemas.openxmlformats.org/drawingml/2006/main">
            <a:r>
              <a:t>制作正本：/Users/tanakayuichi/Documents/ChatGPT/坪田/ウェビナー/20261024_後藤式構成_21日間チャレンジコース_坪田単独版.md／/Users/tanakayuichi/Documents/ChatGPT/坪田/ウェビナー/20261024_スライド構成案_坪田単独60分.md。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LPと同じ悩みを提示。相手の発言を聞き逃して返答が止まる場面を話す。</a:t>
            </a:r>
          </a:p>
          <a:p xmlns:a="http://schemas.openxmlformats.org/drawingml/2006/main">
            <a:r>
              <a:t>制作正本：/Users/tanakayuichi/Documents/ChatGPT/坪田/ウェビナー/20261024_後藤式構成_21日間チャレンジコース_坪田単独版.md／/Users/tanakayuichi/Documents/ChatGPT/坪田/ウェビナー/20261024_スライド構成案_坪田単独60分.md。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約10分のワークの予告。全ての英語が聞こえる保証ではなく、一つのフレーズの前後比較である。</a:t>
            </a:r>
          </a:p>
          <a:p xmlns:a="http://schemas.openxmlformats.org/drawingml/2006/main">
            <a:r>
              <a:t>制作正本：/Users/tanakayuichi/Documents/ChatGPT/坪田/ウェビナー/20261024_後藤式構成_21日間チャレンジコース_坪田単独版.md／/Users/tanakayuichi/Documents/ChatGPT/坪田/ウェビナー/20261024_スライド構成案_坪田単独60分.md。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4:00–10:00。数字と肩書は最新プロフィールに基づく。本人の実写真を使用。</a:t>
            </a:r>
          </a:p>
          <a:p xmlns:a="http://schemas.openxmlformats.org/drawingml/2006/main">
            <a:r>
              <a:t>制作正本：/Users/tanakayuichi/Documents/ChatGPT/坪田/ウェビナー/20261024_後藤式構成_21日間チャレンジコース_坪田単独版.md／/Users/tanakayuichi/Documents/ChatGPT/坪田/ウェビナー/20261024_スライド構成案_坪田単独60分.md。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大手企業での研修、英語コーチング、講師育成の経験を話す。実績は講座成果の保証として使わない。</a:t>
            </a:r>
          </a:p>
          <a:p xmlns:a="http://schemas.openxmlformats.org/drawingml/2006/main">
            <a:r>
              <a:t>制作正本：/Users/tanakayuichi/Documents/ChatGPT/坪田/ウェビナー/20261024_後藤式構成_21日間チャレンジコース_坪田単独版.md／/Users/tanakayuichi/Documents/ChatGPT/坪田/ウェビナー/20261024_スライド構成案_坪田単独60分.md。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議題と資料は分かっていても、発言の一語を拾えない場面を描く。</a:t>
            </a:r>
          </a:p>
          <a:p xmlns:a="http://schemas.openxmlformats.org/drawingml/2006/main">
            <a:r>
              <a:t>制作正本：/Users/tanakayuichi/Documents/ChatGPT/坪田/ウェビナー/20261024_後藤式構成_21日間チャレンジコース_坪田単独版.md／/Users/tanakayuichi/Documents/ChatGPT/坪田/ウェビナー/20261024_スライド構成案_坪田単独60分.md。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勉強量を増やす前に自分の課題を分ける必要を説明。</a:t>
            </a:r>
          </a:p>
          <a:p xmlns:a="http://schemas.openxmlformats.org/drawingml/2006/main">
            <a:r>
              <a:t>制作正本：/Users/tanakayuichi/Documents/ChatGPT/坪田/ウェビナー/20261024_後藤式構成_21日間チャレンジコース_坪田単独版.md／/Users/tanakayuichi/Documents/ChatGPT/坪田/ウェビナー/20261024_スライド構成案_坪田単独60分.md。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10:00–18:00。音のズレの一般説明。ここでは音声Aの英文を表示しない。</a:t>
            </a:r>
          </a:p>
          <a:p xmlns:a="http://schemas.openxmlformats.org/drawingml/2006/main">
            <a:r>
              <a:t>制作正本：/Users/tanakayuichi/Documents/ChatGPT/坪田/ウェビナー/20261024_後藤式構成_21日間チャレンジコース_坪田単独版.md／/Users/tanakayuichi/Documents/ChatGPT/坪田/ウェビナー/20261024_スライド構成案_坪田単独60分.md。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英語の強弱の概念を、特定のワーク英文を明かさずに説明する。</a:t>
            </a:r>
          </a:p>
          <a:p xmlns:a="http://schemas.openxmlformats.org/drawingml/2006/main">
            <a:r>
              <a:t>制作正本：/Users/tanakayuichi/Documents/ChatGPT/坪田/ウェビナー/20261024_後藤式構成_21日間チャレンジコース_坪田単独版.md／/Users/tanakayuichi/Documents/ChatGPT/坪田/ウェビナー/20261024_スライド構成案_坪田単独60分.md。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聞こえない原因を音の予測のズレとして説明。語彙や意味が原因の場合もある。</a:t>
            </a:r>
          </a:p>
          <a:p xmlns:a="http://schemas.openxmlformats.org/drawingml/2006/main">
            <a:r>
              <a:t>制作正本：/Users/tanakayuichi/Documents/ChatGPT/坪田/ウェビナー/20261024_後藤式構成_21日間チャレンジコース_坪田単独版.md／/Users/tanakayuichi/Documents/ChatGPT/坪田/ウェビナー/20261024_スライド構成案_坪田単独60分.md。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化石化は全員が必ず悪化する意味ではない。必要以上に不安をあおらない。</a:t>
            </a:r>
          </a:p>
          <a:p xmlns:a="http://schemas.openxmlformats.org/drawingml/2006/main">
            <a:r>
              <a:t>制作正本：/Users/tanakayuichi/Documents/ChatGPT/坪田/ウェビナー/20261024_後藤式構成_21日間チャレンジコース_坪田単独版.md／/Users/tanakayuichi/Documents/ChatGPT/坪田/ウェビナー/20261024_スライド構成案_坪田単独60分.md。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この順番をワークと講座の共通言語にする。</a:t>
            </a:r>
          </a:p>
          <a:p xmlns:a="http://schemas.openxmlformats.org/drawingml/2006/main">
            <a:r>
              <a:t>制作正本：/Users/tanakayuichi/Documents/ChatGPT/坪田/ウェビナー/20261024_後藤式構成_21日間チャレンジコース_坪田単独版.md／/Users/tanakayuichi/Documents/ChatGPT/坪田/ウェビナー/20261024_スライド構成案_坪田単独60分.md。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教育研究のフィードバック分析は「内容で働きが変わる」根拠。出典：Wisniewskiほか（2020）, Frontiers in Psychology, https://www.frontiersin.org/journals/psychology/articles/10.3389/fpsyg.2019.03087/full 。坪田講座の効果証明にはしない。</a:t>
            </a:r>
          </a:p>
          <a:p xmlns:a="http://schemas.openxmlformats.org/drawingml/2006/main">
            <a:r>
              <a:t>制作正本：/Users/tanakayuichi/Documents/ChatGPT/坪田/ウェビナー/20261024_後藤式構成_21日間チャレンジコース_坪田単独版.md／/Users/tanakayuichi/Documents/ChatGPT/坪田/ウェビナー/20261024_スライド構成案_坪田単独60分.md。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18:00–21:00。音声Aを出す前の準備。録音できなくても声に出すだけで進められる。</a:t>
            </a:r>
          </a:p>
          <a:p xmlns:a="http://schemas.openxmlformats.org/drawingml/2006/main">
            <a:r>
              <a:t>制作正本：/Users/tanakayuichi/Documents/ChatGPT/坪田/ウェビナー/20261024_後藤式構成_21日間チャレンジコース_坪田単独版.md／/Users/tanakayuichi/Documents/ChatGPT/坪田/ウェビナー/20261024_スライド構成案_坪田単独60分.md。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英文と意味をまだ見せない。正解を急がせない。</a:t>
            </a:r>
          </a:p>
          <a:p xmlns:a="http://schemas.openxmlformats.org/drawingml/2006/main">
            <a:r>
              <a:t>制作正本：/Users/tanakayuichi/Documents/ChatGPT/坪田/ウェビナー/20261024_後藤式構成_21日間チャレンジコース_坪田単独版.md／/Users/tanakayuichi/Documents/ChatGPT/坪田/ウェビナー/20261024_スライド構成案_坪田単独60分.md。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21:00–33:00。音声A He must have been busy. を字幕なしで2回。初回と後の26枚目は同じ音声ファイルを使う。各回後に台本どおり待機。</a:t>
            </a:r>
          </a:p>
          <a:p xmlns:a="http://schemas.openxmlformats.org/drawingml/2006/main">
            <a:r>
              <a:t>制作正本：/Users/tanakayuichi/Documents/ChatGPT/坪田/ウェビナー/20261024_後藤式構成_21日間チャレンジコース_坪田単独版.md／/Users/tanakayuichi/Documents/ChatGPT/坪田/ウェビナー/20261024_スライド構成案_坪田単独60分.md。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忙しい等の語が拾えたか。個人の反応を決めつけない。</a:t>
            </a:r>
          </a:p>
          <a:p xmlns:a="http://schemas.openxmlformats.org/drawingml/2006/main">
            <a:r>
              <a:t>制作正本：/Users/tanakayuichi/Documents/ChatGPT/坪田/ウェビナー/20261024_後藤式構成_21日間チャレンジコース_坪田単独版.md／/Users/tanakayuichi/Documents/ChatGPT/坪田/ウェビナー/20261024_スライド構成案_坪田単独60分.md。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音声Aの英文をここで初めて表示。文字なら分かるかを確認する。</a:t>
            </a:r>
          </a:p>
          <a:p xmlns:a="http://schemas.openxmlformats.org/drawingml/2006/main">
            <a:r>
              <a:t>制作正本：/Users/tanakayuichi/Documents/ChatGPT/坪田/ウェビナー/20261024_後藤式構成_21日間チャレンジコース_坪田単独版.md／/Users/tanakayuichi/Documents/ChatGPT/坪田/ウェビナー/20261024_スライド構成案_坪田単独60分.md。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強弱の説明は坪田さんの実際の発話に合わせ、複数の自然な言い方を否定しない。</a:t>
            </a:r>
          </a:p>
          <a:p xmlns:a="http://schemas.openxmlformats.org/drawingml/2006/main">
            <a:r>
              <a:t>制作正本：/Users/tanakayuichi/Documents/ChatGPT/坪田/ウェビナー/20261024_後藤式構成_21日間チャレンジコース_坪田単独版.md／/Users/tanakayuichi/Documents/ChatGPT/坪田/ウェビナー/20261024_スライド構成案_坪田単独60分.md。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坪田さんがゆっくり版と自然な版を実演。字幕は発話と同期。</a:t>
            </a:r>
          </a:p>
          <a:p xmlns:a="http://schemas.openxmlformats.org/drawingml/2006/main">
            <a:r>
              <a:t>制作正本：/Users/tanakayuichi/Documents/ChatGPT/坪田/ウェビナー/20261024_後藤式構成_21日間チャレンジコース_坪田単独版.md／/Users/tanakayuichi/Documents/ChatGPT/坪田/ウェビナー/20261024_スライド構成案_坪田単独60分.md。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聞き分けの対象を一箇所に絞る。</a:t>
            </a:r>
          </a:p>
          <a:p xmlns:a="http://schemas.openxmlformats.org/drawingml/2006/main">
            <a:r>
              <a:t>制作正本：/Users/tanakayuichi/Documents/ChatGPT/坪田/ウェビナー/20261024_後藤式構成_21日間チャレンジコース_坪田単独版.md／/Users/tanakayuichi/Documents/ChatGPT/坪田/ウェビナー/20261024_スライド構成案_坪田単独60分.md。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発声待ちを3回。画面は発声中そのまま保持。</a:t>
            </a:r>
          </a:p>
          <a:p xmlns:a="http://schemas.openxmlformats.org/drawingml/2006/main">
            <a:r>
              <a:t>制作正本：/Users/tanakayuichi/Documents/ChatGPT/坪田/ウェビナー/20261024_後藤式構成_21日間チャレンジコース_坪田単独版.md／/Users/tanakayuichi/Documents/ChatGPT/坪田/ウェビナー/20261024_スライド構成案_坪田単独60分.md。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強いところと弱く短くなるところを意識して発声。</a:t>
            </a:r>
          </a:p>
          <a:p xmlns:a="http://schemas.openxmlformats.org/drawingml/2006/main">
            <a:r>
              <a:t>制作正本：/Users/tanakayuichi/Documents/ChatGPT/坪田/ウェビナー/20261024_後藤式構成_21日間チャレンジコース_坪田単独版.md／/Users/tanakayuichi/Documents/ChatGPT/坪田/ウェビナー/20261024_スライド構成案_坪田単独60分.md。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録音・再生に約60秒。録音が難しければ長さと切れ目を意識して発声。</a:t>
            </a:r>
          </a:p>
          <a:p xmlns:a="http://schemas.openxmlformats.org/drawingml/2006/main">
            <a:r>
              <a:t>制作正本：/Users/tanakayuichi/Documents/ChatGPT/坪田/ウェビナー/20261024_後藤式構成_21日間チャレンジコース_坪田単独版.md／/Users/tanakayuichi/Documents/ChatGPT/坪田/ウェビナー/20261024_スライド構成案_坪田単独60分.md。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全部の音を一度に採点しない。見本と違う部分を一つだけ選ぶ。</a:t>
            </a:r>
          </a:p>
          <a:p xmlns:a="http://schemas.openxmlformats.org/drawingml/2006/main">
            <a:r>
              <a:t>制作正本：/Users/tanakayuichi/Documents/ChatGPT/坪田/ウェビナー/20261024_後藤式構成_21日間チャレンジコース_坪田単独版.md／/Users/tanakayuichi/Documents/ChatGPT/坪田/ウェビナー/20261024_スライド構成案_坪田単独60分.md。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16枚目と完全に同一の音声Aを字幕なしで再生。理解・記憶の影響があるため、この一回で全体の聞き取り改善と断定しない。</a:t>
            </a:r>
          </a:p>
          <a:p xmlns:a="http://schemas.openxmlformats.org/drawingml/2006/main">
            <a:r>
              <a:t>制作正本：/Users/tanakayuichi/Documents/ChatGPT/坪田/ウェビナー/20261024_後藤式構成_21日間チャレンジコース_坪田単独版.md／/Users/tanakayuichi/Documents/ChatGPT/坪田/ウェビナー/20261024_スライド構成案_坪田単独60分.md。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音声B It must have been a long meeting. を英文非表示で2回。Aと違う文で確かめる。</a:t>
            </a:r>
          </a:p>
          <a:p xmlns:a="http://schemas.openxmlformats.org/drawingml/2006/main">
            <a:r>
              <a:t>制作正本：/Users/tanakayuichi/Documents/ChatGPT/坪田/ウェビナー/20261024_後藤式構成_21日間チャレンジコース_坪田単独版.md／/Users/tanakayuichi/Documents/ChatGPT/坪田/ウェビナー/20261024_スライド構成案_坪田単独60分.md。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英文Bをここで初めて表示。must have been を見つけたか確認し、一度声に出す。</a:t>
            </a:r>
          </a:p>
          <a:p xmlns:a="http://schemas.openxmlformats.org/drawingml/2006/main">
            <a:r>
              <a:t>制作正本：/Users/tanakayuichi/Documents/ChatGPT/坪田/ウェビナー/20261024_後藤式構成_21日間チャレンジコース_坪田単独版.md／/Users/tanakayuichi/Documents/ChatGPT/坪田/ウェビナー/20261024_スライド構成案_坪田単独60分.md。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33:00–40:00。どの結果も価値があることを伝え、練習の選び方に進む。</a:t>
            </a:r>
          </a:p>
          <a:p xmlns:a="http://schemas.openxmlformats.org/drawingml/2006/main">
            <a:r>
              <a:t>制作正本：/Users/tanakayuichi/Documents/ChatGPT/坪田/ウェビナー/20261024_後藤式構成_21日間チャレンジコース_坪田単独版.md／/Users/tanakayuichi/Documents/ChatGPT/坪田/ウェビナー/20261024_スライド構成案_坪田単独60分.md。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一文の体験を他の文へ広げる。会議全体が聞こえる保証にしない。</a:t>
            </a:r>
          </a:p>
          <a:p xmlns:a="http://schemas.openxmlformats.org/drawingml/2006/main">
            <a:r>
              <a:t>制作正本：/Users/tanakayuichi/Documents/ChatGPT/坪田/ウェビナー/20261024_後藤式構成_21日間チャレンジコース_坪田単独版.md／/Users/tanakayuichi/Documents/ChatGPT/坪田/ウェビナー/20261024_スライド構成案_坪田単独60分.md。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聞こえなかったことを失敗扱いしない。</a:t>
            </a:r>
          </a:p>
          <a:p xmlns:a="http://schemas.openxmlformats.org/drawingml/2006/main">
            <a:r>
              <a:t>制作正本：/Users/tanakayuichi/Documents/ChatGPT/坪田/ウェビナー/20261024_後藤式構成_21日間チャレンジコース_坪田単独版.md／/Users/tanakayuichi/Documents/ChatGPT/坪田/ウェビナー/20261024_スライド構成案_坪田単独60分.md。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発音が主因でない場合は語彙や文の意味を先に見る。</a:t>
            </a:r>
          </a:p>
          <a:p xmlns:a="http://schemas.openxmlformats.org/drawingml/2006/main">
            <a:r>
              <a:t>制作正本：/Users/tanakayuichi/Documents/ChatGPT/坪田/ウェビナー/20261024_後藤式構成_21日間チャレンジコース_坪田単独版.md／/Users/tanakayuichi/Documents/ChatGPT/坪田/ウェビナー/20261024_スライド構成案_坪田単独60分.md。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AIは英文の説明や会話練習に役立つ。音を扱えないとは言わない。今日のワークで実践したように、実際の練習を続ける環境が必要だと話す。</a:t>
            </a:r>
          </a:p>
          <a:p xmlns:a="http://schemas.openxmlformats.org/drawingml/2006/main">
            <a:r>
              <a:t>制作正本：/Users/tanakayuichi/Documents/ChatGPT/坪田/ウェビナー/20261024_後藤式構成_21日間チャレンジコース_坪田単独版.md／/Users/tanakayuichi/Documents/ChatGPT/坪田/ウェビナー/20261024_スライド構成案_坪田単独60分.md。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40:00–53:00。ここで商品名を初めて大きく表示する。</a:t>
            </a:r>
          </a:p>
          <a:p xmlns:a="http://schemas.openxmlformats.org/drawingml/2006/main">
            <a:r>
              <a:t>制作正本：/Users/tanakayuichi/Documents/ChatGPT/坪田/ウェビナー/20261024_後藤式構成_21日間チャレンジコース_坪田単独版.md／/Users/tanakayuichi/Documents/ChatGPT/坪田/ウェビナー/20261024_スライド構成案_坪田単独60分.md。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診断未購入者は初回60分。診断購入者は購入済みの診断45分を初回サポートとして実施。仕事の場面と音の課題を確認する。</a:t>
            </a:r>
          </a:p>
          <a:p xmlns:a="http://schemas.openxmlformats.org/drawingml/2006/main">
            <a:r>
              <a:t>制作正本：/Users/tanakayuichi/Documents/ChatGPT/坪田/ウェビナー/20261024_後藤式構成_21日間チャレンジコース_坪田単独版.md／/Users/tanakayuichi/Documents/ChatGPT/坪田/ウェビナー/20261024_スライド構成案_坪田単独60分.md。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カリキュラムの順番。日数と教材の表示は商品正本に合わせる。</a:t>
            </a:r>
          </a:p>
          <a:p xmlns:a="http://schemas.openxmlformats.org/drawingml/2006/main">
            <a:r>
              <a:t>制作正本：/Users/tanakayuichi/Documents/ChatGPT/坪田/ウェビナー/20261024_後藤式構成_21日間チャレンジコース_坪田単独版.md／/Users/tanakayuichi/Documents/ChatGPT/坪田/ウェビナー/20261024_スライド構成案_坪田単独60分.md。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販売ページで使用済みの坪田学習アプリ画面。細かい本文を読ませず、毎日の進め方を見せる。</a:t>
            </a:r>
          </a:p>
          <a:p xmlns:a="http://schemas.openxmlformats.org/drawingml/2006/main">
            <a:r>
              <a:t>制作正本：/Users/tanakayuichi/Documents/ChatGPT/坪田/ウェビナー/20261024_後藤式構成_21日間チャレンジコース_坪田単独版.md／/Users/tanakayuichi/Documents/ChatGPT/坪田/ウェビナー/20261024_スライド構成案_坪田単独60分.md。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実際に教材にある仕事の英語例文を、坪田さんが一つ紹介する。</a:t>
            </a:r>
          </a:p>
          <a:p xmlns:a="http://schemas.openxmlformats.org/drawingml/2006/main">
            <a:r>
              <a:t>制作正本：/Users/tanakayuichi/Documents/ChatGPT/坪田/ウェビナー/20261024_後藤式構成_21日間チャレンジコース_坪田単独版.md／/Users/tanakayuichi/Documents/ChatGPT/坪田/ウェビナー/20261024_スライド構成案_坪田単独60分.md。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提出音声への添削は合計3回。毎日の録音全部を坪田さんが見る意味ではない。</a:t>
            </a:r>
          </a:p>
          <a:p xmlns:a="http://schemas.openxmlformats.org/drawingml/2006/main">
            <a:r>
              <a:t>制作正本：/Users/tanakayuichi/Documents/ChatGPT/坪田/ウェビナー/20261024_後藤式構成_21日間チャレンジコース_坪田単独版.md／/Users/tanakayuichi/Documents/ChatGPT/坪田/ウェビナー/20261024_スライド構成案_坪田単独60分.md。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21日間後の見直し。全ての英語が聞こえる保証をしない。</a:t>
            </a:r>
          </a:p>
          <a:p xmlns:a="http://schemas.openxmlformats.org/drawingml/2006/main">
            <a:r>
              <a:t>制作正本：/Users/tanakayuichi/Documents/ChatGPT/坪田/ウェビナー/20261024_後藤式構成_21日間チャレンジコース_坪田単独版.md／/Users/tanakayuichi/Documents/ChatGPT/坪田/ウェビナー/20261024_スライド構成案_坪田単独60分.md。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診断未購入者は60分×2回。診断購入者は購入済みの診断45分＋終了後60分。アプリは初回後30日間閲覧。会員サイトはない。</a:t>
            </a:r>
          </a:p>
          <a:p xmlns:a="http://schemas.openxmlformats.org/drawingml/2006/main">
            <a:r>
              <a:t>制作正本：/Users/tanakayuichi/Documents/ChatGPT/坪田/ウェビナー/20261024_後藤式構成_21日間チャレンジコース_坪田単独版.md／/Users/tanakayuichi/Documents/ChatGPT/坪田/ウェビナー/20261024_スライド構成案_坪田単独60分.md。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AIとの比較は説明の有無ではなく実践の仕組み。AIを教材や採点には使わない。学習経験者向けであることも話す。</a:t>
            </a:r>
          </a:p>
          <a:p xmlns:a="http://schemas.openxmlformats.org/drawingml/2006/main">
            <a:r>
              <a:t>制作正本：/Users/tanakayuichi/Documents/ChatGPT/坪田/ウェビナー/20261024_後藤式構成_21日間チャレンジコース_坪田単独版.md／/Users/tanakayuichi/Documents/ChatGPT/坪田/ウェビナー/20261024_スライド構成案_坪田単独60分.md。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53:00–57:00。視聴中価格の条件は実際の配信・決済時刻と一致させる。</a:t>
            </a:r>
          </a:p>
          <a:p xmlns:a="http://schemas.openxmlformats.org/drawingml/2006/main">
            <a:r>
              <a:t>制作正本：/Users/tanakayuichi/Documents/ChatGPT/坪田/ウェビナー/20261024_後藤式構成_21日間チャレンジコース_坪田単独版.md／/Users/tanakayuichi/Documents/ChatGPT/坪田/ウェビナー/20261024_スライド構成案_坪田単独60分.md。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購入済み診断45分が初回サポート。終了後60分と音声添削3回を含む。診断購入者には追加33,820円の決済を表示。</a:t>
            </a:r>
          </a:p>
          <a:p xmlns:a="http://schemas.openxmlformats.org/drawingml/2006/main">
            <a:r>
              <a:t>制作正本：/Users/tanakayuichi/Documents/ChatGPT/坪田/ウェビナー/20261024_後藤式構成_21日間チャレンジコース_坪田単独版.md／/Users/tanakayuichi/Documents/ChatGPT/坪田/ウェビナー/20261024_スライド構成案_坪田単独60分.md。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一日の学習は平均15–20分程度が目安。「10ミニッツ」は総学習時間10分の保証ではない。</a:t>
            </a:r>
          </a:p>
          <a:p xmlns:a="http://schemas.openxmlformats.org/drawingml/2006/main">
            <a:r>
              <a:t>制作正本：/Users/tanakayuichi/Documents/ChatGPT/坪田/ウェビナー/20261024_後藤式構成_21日間チャレンジコース_坪田単独版.md／/Users/tanakayuichi/Documents/ChatGPT/坪田/ウェビナー/20261024_スライド構成案_坪田単独60分.md。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57:00–60:00。自分で別文へ広げる道と、坪田さんの見立て・添削で進む道を示す。</a:t>
            </a:r>
          </a:p>
          <a:p xmlns:a="http://schemas.openxmlformats.org/drawingml/2006/main">
            <a:r>
              <a:t>制作正本：/Users/tanakayuichi/Documents/ChatGPT/坪田/ウェビナー/20261024_後藤式構成_21日間チャレンジコース_坪田単独版.md／/Users/tanakayuichi/Documents/ChatGPT/坪田/ウェビナー/20261024_スライド構成案_坪田単独60分.md。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通常/診断購入者で動画本編は共通。ページ下の申込欄と決済額を購入状態で分岐させる。</a:t>
            </a:r>
          </a:p>
          <a:p xmlns:a="http://schemas.openxmlformats.org/drawingml/2006/main">
            <a:r>
              <a:t>制作正本：/Users/tanakayuichi/Documents/ChatGPT/坪田/ウェビナー/20261024_後藤式構成_21日間チャレンジコース_坪田単独版.md／/Users/tanakayuichi/Documents/ChatGPT/坪田/ウェビナー/20261024_スライド構成案_坪田単独60分.md。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1b1900ad5344a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7d8a9295544b7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ab66b8fa1a4be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c4320d5d4e4d4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74ae39eb0c409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433716e8e740e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F40C8CB-1612-44EA-9FB7-F6784133582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C1B02889-74BA-4455-B2EB-6D48C686E30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DEB084F1-13A9-4741-AA5B-EA5ADC8B693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AE9B9F2-DDE0-4941-9054-6D2462A3D50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76AC499-167A-4F8F-870B-4A2BFF9B09D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2AB59BE-E9B0-48C8-813A-842CB5F7CD3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A7BAFBA-ACE4-4FC5-BAD6-200AB9D30CC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3FEF7B0B-ADF5-4884-BBFA-CAF32943321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4EE2E3A-9537-4E4D-8CD1-CADC0CAEF1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63EAE7F-36D4-4B95-8F81-5F9FCA27426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70e38589c264c32" /><Relationship Type="http://schemas.openxmlformats.org/officeDocument/2006/relationships/slideLayout" Target="/ppt/slideLayouts/slideLayout1.xml" Id="R6801d6bde4b74c6d" /><Relationship Type="http://schemas.openxmlformats.org/officeDocument/2006/relationships/slideLayout" Target="/ppt/slideLayouts/slideLayout2.xml" Id="Rf3c966deee7b452c" /><Relationship Type="http://schemas.openxmlformats.org/officeDocument/2006/relationships/slideLayout" Target="/ppt/slideLayouts/slideLayout3.xml" Id="Rce2cac9736fc4bdd" /><Relationship Type="http://schemas.openxmlformats.org/officeDocument/2006/relationships/slideLayout" Target="/ppt/slideLayouts/slideLayout4.xml" Id="Rdfbf0724fb244928" /><Relationship Type="http://schemas.openxmlformats.org/officeDocument/2006/relationships/slideLayout" Target="/ppt/slideLayouts/slideLayout5.xml" Id="Rf4e9fea8fd334fa3" /><Relationship Type="http://schemas.openxmlformats.org/officeDocument/2006/relationships/slideLayout" Target="/ppt/slideLayouts/slideLayout6.xml" Id="Rea8d03204e2144f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801d6bde4b74c6d"/>
    <p:sldLayoutId xmlns:r="http://schemas.openxmlformats.org/officeDocument/2006/relationships" id="2147483650" r:id="Rf3c966deee7b452c"/>
    <p:sldLayoutId xmlns:r="http://schemas.openxmlformats.org/officeDocument/2006/relationships" id="2147483651" r:id="Rce2cac9736fc4bdd"/>
    <p:sldLayoutId xmlns:r="http://schemas.openxmlformats.org/officeDocument/2006/relationships" id="2147483652" r:id="Rdfbf0724fb244928"/>
    <p:sldLayoutId xmlns:r="http://schemas.openxmlformats.org/officeDocument/2006/relationships" id="2147483653" r:id="Rf4e9fea8fd334fa3"/>
    <p:sldLayoutId xmlns:r="http://schemas.openxmlformats.org/officeDocument/2006/relationships" id="2147483654" r:id="Rea8d03204e2144f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96aaadbd9884d61" /><Relationship Type="http://schemas.openxmlformats.org/officeDocument/2006/relationships/notesSlide" Target="/ppt/notesSlides/notesSlide1.xml" Id="R3e6b4f2c0faf450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db2cb2cc93941ed" /><Relationship Type="http://schemas.openxmlformats.org/officeDocument/2006/relationships/notesSlide" Target="/ppt/notesSlides/notesSlide2.xml" Id="R5207d1ee95e04d5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a852b396e254241" /><Relationship Type="http://schemas.openxmlformats.org/officeDocument/2006/relationships/notesSlide" Target="/ppt/notesSlides/notesSlide3.xml" Id="R349589f326f0498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2bcb0b635864b71" /><Relationship Type="http://schemas.openxmlformats.org/officeDocument/2006/relationships/image" Target="/ppt/media/image.png" Id="R849d1960da934a70" /><Relationship Type="http://schemas.openxmlformats.org/officeDocument/2006/relationships/notesSlide" Target="/ppt/notesSlides/notesSlide4.xml" Id="R84d43d0f2feb496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03db0c9cd164c06" /><Relationship Type="http://schemas.openxmlformats.org/officeDocument/2006/relationships/notesSlide" Target="/ppt/notesSlides/notesSlide5.xml" Id="R2a74b1ddce654f6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e71f3c56254432" /><Relationship Type="http://schemas.openxmlformats.org/officeDocument/2006/relationships/notesSlide" Target="/ppt/notesSlides/notesSlide6.xml" Id="R2acb8f64e30544a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479f687f8f84b18" /><Relationship Type="http://schemas.openxmlformats.org/officeDocument/2006/relationships/notesSlide" Target="/ppt/notesSlides/notesSlide7.xml" Id="Re08182202a3a4a0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c052280a20349f9" /><Relationship Type="http://schemas.openxmlformats.org/officeDocument/2006/relationships/notesSlide" Target="/ppt/notesSlides/notesSlide8.xml" Id="R4b7c48a8510b494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eaafd20203c4009" /><Relationship Type="http://schemas.openxmlformats.org/officeDocument/2006/relationships/notesSlide" Target="/ppt/notesSlides/notesSlide9.xml" Id="R50e10adb24d840f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0aa4e0a0ed54b23" /><Relationship Type="http://schemas.openxmlformats.org/officeDocument/2006/relationships/notesSlide" Target="/ppt/notesSlides/notesSlide10.xml" Id="R05d53cbb70c649c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ae38f0649e94609" /><Relationship Type="http://schemas.openxmlformats.org/officeDocument/2006/relationships/notesSlide" Target="/ppt/notesSlides/notesSlide11.xml" Id="R7829bdd8b28b492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d27d908e4c49ee" /><Relationship Type="http://schemas.openxmlformats.org/officeDocument/2006/relationships/notesSlide" Target="/ppt/notesSlides/notesSlide12.xml" Id="R474bc00f3e984f0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d5970d2df14fe8" /><Relationship Type="http://schemas.openxmlformats.org/officeDocument/2006/relationships/notesSlide" Target="/ppt/notesSlides/notesSlide13.xml" Id="Rc1e419dcb2e74f3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dd6aa83f38b41cb" /><Relationship Type="http://schemas.openxmlformats.org/officeDocument/2006/relationships/notesSlide" Target="/ppt/notesSlides/notesSlide14.xml" Id="R6888f07b78074c5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3e7ed94ea7547b7" /><Relationship Type="http://schemas.openxmlformats.org/officeDocument/2006/relationships/notesSlide" Target="/ppt/notesSlides/notesSlide15.xml" Id="R6701defe051e4dc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2b8e02276704fa1" /><Relationship Type="http://schemas.openxmlformats.org/officeDocument/2006/relationships/notesSlide" Target="/ppt/notesSlides/notesSlide16.xml" Id="R45b5772c64334f0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d855d625a1e42c3" /><Relationship Type="http://schemas.openxmlformats.org/officeDocument/2006/relationships/notesSlide" Target="/ppt/notesSlides/notesSlide17.xml" Id="R50f32b86ac304ae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fba3d8135e74bac" /><Relationship Type="http://schemas.openxmlformats.org/officeDocument/2006/relationships/notesSlide" Target="/ppt/notesSlides/notesSlide18.xml" Id="R05e9baeccbcb417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0f8f4f0ad2f4489" /><Relationship Type="http://schemas.openxmlformats.org/officeDocument/2006/relationships/notesSlide" Target="/ppt/notesSlides/notesSlide19.xml" Id="R5fcaf1c3f652423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7a3e8a2280e4e0e" /><Relationship Type="http://schemas.openxmlformats.org/officeDocument/2006/relationships/notesSlide" Target="/ppt/notesSlides/notesSlide20.xml" Id="Rec369363fc99477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dd4260893c545ce" /><Relationship Type="http://schemas.openxmlformats.org/officeDocument/2006/relationships/notesSlide" Target="/ppt/notesSlides/notesSlide21.xml" Id="Rf5b4670190784139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41da30236a647dd" /><Relationship Type="http://schemas.openxmlformats.org/officeDocument/2006/relationships/notesSlide" Target="/ppt/notesSlides/notesSlide22.xml" Id="Re4c6d391d8854e0e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0a36118a8454798" /><Relationship Type="http://schemas.openxmlformats.org/officeDocument/2006/relationships/notesSlide" Target="/ppt/notesSlides/notesSlide23.xml" Id="R0da35097fc4942fb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10754f9ee214538" /><Relationship Type="http://schemas.openxmlformats.org/officeDocument/2006/relationships/notesSlide" Target="/ppt/notesSlides/notesSlide24.xml" Id="R8d4f47c3cad14d8f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81a5068ab3a47ef" /><Relationship Type="http://schemas.openxmlformats.org/officeDocument/2006/relationships/notesSlide" Target="/ppt/notesSlides/notesSlide25.xml" Id="R41ed3056f2df429f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99b9d43957a48a2" /><Relationship Type="http://schemas.openxmlformats.org/officeDocument/2006/relationships/notesSlide" Target="/ppt/notesSlides/notesSlide26.xml" Id="R274b3da730c9455f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765de19a5534902" /><Relationship Type="http://schemas.openxmlformats.org/officeDocument/2006/relationships/notesSlide" Target="/ppt/notesSlides/notesSlide27.xml" Id="R8dbba3ab9691465a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50bf6cab63d4a2f" /><Relationship Type="http://schemas.openxmlformats.org/officeDocument/2006/relationships/notesSlide" Target="/ppt/notesSlides/notesSlide28.xml" Id="R92063fa212e84c86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005ed49ad0a4b2b" /><Relationship Type="http://schemas.openxmlformats.org/officeDocument/2006/relationships/notesSlide" Target="/ppt/notesSlides/notesSlide29.xml" Id="R8665001e71e548b5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c6211b099f6434f" /><Relationship Type="http://schemas.openxmlformats.org/officeDocument/2006/relationships/notesSlide" Target="/ppt/notesSlides/notesSlide30.xml" Id="R44ad78911866460d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856f92b92d24750" /><Relationship Type="http://schemas.openxmlformats.org/officeDocument/2006/relationships/notesSlide" Target="/ppt/notesSlides/notesSlide31.xml" Id="R88722f5affa544aa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eb10caa67d8496f" /><Relationship Type="http://schemas.openxmlformats.org/officeDocument/2006/relationships/notesSlide" Target="/ppt/notesSlides/notesSlide32.xml" Id="R2c595706185848f3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8a3f63223114ec1" /><Relationship Type="http://schemas.openxmlformats.org/officeDocument/2006/relationships/notesSlide" Target="/ppt/notesSlides/notesSlide33.xml" Id="Rea1f2649fc68486d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7f0a6bc59234cc6" /><Relationship Type="http://schemas.openxmlformats.org/officeDocument/2006/relationships/notesSlide" Target="/ppt/notesSlides/notesSlide34.xml" Id="R473af35048fc4ce4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b9c587cff224cf8" /><Relationship Type="http://schemas.openxmlformats.org/officeDocument/2006/relationships/notesSlide" Target="/ppt/notesSlides/notesSlide35.xml" Id="R7946a1251d9c4d77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2551691caa14fb3" /><Relationship Type="http://schemas.openxmlformats.org/officeDocument/2006/relationships/notesSlide" Target="/ppt/notesSlides/notesSlide36.xml" Id="R1386d989d8974aea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21ff354f7d645b2" /><Relationship Type="http://schemas.openxmlformats.org/officeDocument/2006/relationships/image" Target="/ppt/media/image2.png" Id="R061dd7e13f3246ec" /><Relationship Type="http://schemas.openxmlformats.org/officeDocument/2006/relationships/image" Target="/ppt/media/image3.png" Id="Rb56e315b97e84e17" /><Relationship Type="http://schemas.openxmlformats.org/officeDocument/2006/relationships/image" Target="/ppt/media/image4.png" Id="R70e60a66e8024aa0" /><Relationship Type="http://schemas.openxmlformats.org/officeDocument/2006/relationships/notesSlide" Target="/ppt/notesSlides/notesSlide37.xml" Id="Ra21d35c3349b4227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eaea5fdb1b4b3f" /><Relationship Type="http://schemas.openxmlformats.org/officeDocument/2006/relationships/notesSlide" Target="/ppt/notesSlides/notesSlide38.xml" Id="Rc14975f10ce04e10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8c695cbb0294f79" /><Relationship Type="http://schemas.openxmlformats.org/officeDocument/2006/relationships/notesSlide" Target="/ppt/notesSlides/notesSlide39.xml" Id="R45169f452bed4841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ff7f1eba7b5490e" /><Relationship Type="http://schemas.openxmlformats.org/officeDocument/2006/relationships/notesSlide" Target="/ppt/notesSlides/notesSlide40.xml" Id="Rbe0fe887d673410e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3030ddfb74f41b3" /><Relationship Type="http://schemas.openxmlformats.org/officeDocument/2006/relationships/notesSlide" Target="/ppt/notesSlides/notesSlide41.xml" Id="R75184ad61d0b4e12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64e87c5ad2b41eb" /><Relationship Type="http://schemas.openxmlformats.org/officeDocument/2006/relationships/notesSlide" Target="/ppt/notesSlides/notesSlide42.xml" Id="Rfa47182b99794e16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7ca148937bb4fa1" /><Relationship Type="http://schemas.openxmlformats.org/officeDocument/2006/relationships/notesSlide" Target="/ppt/notesSlides/notesSlide43.xml" Id="R69c06da4c6c24b1d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47a5094972646c4" /><Relationship Type="http://schemas.openxmlformats.org/officeDocument/2006/relationships/notesSlide" Target="/ppt/notesSlides/notesSlide44.xml" Id="Rc71464ea22c64e0d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9c5bdf3405d43be" /><Relationship Type="http://schemas.openxmlformats.org/officeDocument/2006/relationships/notesSlide" Target="/ppt/notesSlides/notesSlide45.xml" Id="R601ff822535840a6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b29fed148a74b8e" /><Relationship Type="http://schemas.openxmlformats.org/officeDocument/2006/relationships/notesSlide" Target="/ppt/notesSlides/notesSlide46.xml" Id="Re933a61ee1094f35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6bd19556f5345b4" /><Relationship Type="http://schemas.openxmlformats.org/officeDocument/2006/relationships/notesSlide" Target="/ppt/notesSlides/notesSlide47.xml" Id="R31037d4e70a4464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5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32353F-2AC5-441C-A178-A47F45FAD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E069E4-96F1-440E-BB8F-F7360542B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74B61F-D4D2-4545-BF90-27A46AC40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76300"/>
            <a:ext cx="10439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 b="1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ctr">
              <a:defRPr sz="1875" b="1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ctr">
              <a:defRPr sz="1875" b="1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ctr">
              <a:defRPr sz="1875" b="1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ctr">
              <a:defRPr sz="1875" b="1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ctr">
              <a:defRPr sz="1875" b="1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ctr">
              <a:defRPr sz="1875" b="1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ctr">
              <a:defRPr sz="1875" b="1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ctr">
              <a:defRPr sz="1875" b="1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ctr">
              <a:defRPr sz="1875" b="1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875" b="1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rPr>
              <a:t>仕事で英語を使う40代・50代へ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76EED2-E9D0-4035-BAD7-9D0BE95EA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66875"/>
            <a:ext cx="104394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465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ctr">
              <a:defRPr sz="465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ctr">
              <a:defRPr sz="465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ctr">
              <a:defRPr sz="465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ctr">
              <a:defRPr sz="465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ctr">
              <a:defRPr sz="465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ctr">
              <a:defRPr sz="465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ctr">
              <a:defRPr sz="465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ctr">
              <a:defRPr sz="465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ctr">
              <a:defRPr sz="465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ctr">
              <a:defRPr sz="465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465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魔法の10ミニッツ</a:t>
            </a:r>
          </a:p>
          <a:p xmlns:a="http://schemas.openxmlformats.org/drawingml/2006/main">
            <a:pPr algn="ctr">
              <a:defRPr sz="465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465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発音メソッド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8ED444-6CEC-43B8-B434-E93E3776B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695700"/>
            <a:ext cx="2762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9D1CCE-84E3-4941-8A64-202154181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14800"/>
            <a:ext cx="10287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32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ctr">
              <a:defRPr sz="232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ctr">
              <a:defRPr sz="232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ctr">
              <a:defRPr sz="232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ctr">
              <a:defRPr sz="232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ctr">
              <a:defRPr sz="232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ctr">
              <a:defRPr sz="232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ctr">
              <a:defRPr sz="232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ctr">
              <a:defRPr sz="232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ctr">
              <a:defRPr sz="232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ctr">
              <a:defRPr sz="232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32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rPr>
              <a:t>英会話が驚くほど上達する</a:t>
            </a:r>
          </a:p>
          <a:p xmlns:a="http://schemas.openxmlformats.org/drawingml/2006/main">
            <a:pPr algn="ctr">
              <a:defRPr sz="232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32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rPr>
              <a:t>無料オンラインセミナー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0B7140-7A65-4C2A-9ECE-F55295D74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9055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ctr">
              <a:defRPr sz="1650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ctr">
              <a:defRPr sz="1650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ctr">
              <a:defRPr sz="1650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ctr">
              <a:defRPr sz="1650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ctr">
              <a:defRPr sz="1650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ctr">
              <a:defRPr sz="1650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ctr">
              <a:defRPr sz="1650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ctr">
              <a:defRPr sz="1650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ctr">
              <a:defRPr sz="1650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650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rPr>
              <a:t>英語のパーソナルトレーナー　坪田まゆみ</a:t>
            </a:r>
          </a:p>
        </p:txBody>
      </p:sp>
    </p:spTree>
    <p:extLst>
      <p:ext uri="{BB962C8B-B14F-4D97-AF65-F5344CB8AC3E}">
        <p14:creationId xmlns:p14="http://schemas.microsoft.com/office/powerpoint/2010/main" val="67013072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B30C61-37B0-4C69-A24C-56FD74B01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17A356-2B89-48A3-9349-FC70F5844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7348B5-B77F-408E-BCA3-6ADC537F1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162050"/>
            <a:ext cx="106299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英文資料は読めるのに、</a:t>
            </a:r>
          </a:p>
          <a:p xmlns:a="http://schemas.openxmlformats.org/drawingml/2006/main">
            <a: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会議では知っている言葉を聞き逃す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50BCD2-516F-4521-8E21-6242A7A5C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876675"/>
            <a:ext cx="2990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F24316-516F-45F7-964A-97FC82D56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95775"/>
            <a:ext cx="102108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rPr>
              <a:t>仕事で英語を使う40代・50代へ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D745C3-4C13-47F4-9650-836ACCA76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6296025"/>
            <a:ext cx="742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13394870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6FED3A-620B-4474-97BB-94CC39D2F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80862A-CF2C-4EE0-ABB8-4D894523F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36A9D7-CE0F-47AE-ACDD-912A2E035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162050"/>
            <a:ext cx="106299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たった10分で、</a:t>
            </a:r>
          </a:p>
          <a:p xmlns:a="http://schemas.openxmlformats.org/drawingml/2006/main">
            <a: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聞こえ方を比べる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F3E60A-7080-4431-865D-4717F0964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876675"/>
            <a:ext cx="2990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D5B44F-6B3B-463F-9C77-CB2947519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95775"/>
            <a:ext cx="102108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rPr>
              <a:t>一つのフレーズを聞く。声に出す。同じ音声をもう一度聞く。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D74A68-57E9-4901-B6E7-328C1F82D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6296025"/>
            <a:ext cx="742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7626630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AB0430-D917-48C6-8B75-D4874CF80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BE3241-EB51-4869-A6B7-BF04FFD6C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8F948E-102F-4C90-9030-546206788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09625"/>
            <a:ext cx="6334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12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412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412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412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412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412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412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412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412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412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412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412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坪田まゆみ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25B495-0CF7-4BB1-AE3F-E1333FC23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28825"/>
            <a:ext cx="6096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22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22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22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22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22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22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22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22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22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2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rPr>
              <a:t>英語のパーソナルトレーナー</a:t>
            </a:r>
          </a:p>
          <a:p xmlns:a="http://schemas.openxmlformats.org/drawingml/2006/main">
            <a:pPr algn="l">
              <a:defRPr sz="22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2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rPr>
              <a:t>講師歴25年以上・のべ4,000人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DA5029-68AB-45FF-A362-BCEF37526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52950"/>
            <a:ext cx="6096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00" b="1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2100" b="1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2100" b="1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2100" b="1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2100" b="1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2100" b="1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2100" b="1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2100" b="1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2100" b="1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2100" b="1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100" b="1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rPr>
              <a:t>あなたの音を聞き、直す場所を絞ります。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F362BB-38A1-48EA-8E33-A4C8C821CF5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9d1960da934a70"/>
          <a:srcRect xmlns:a="http://schemas.openxmlformats.org/drawingml/2006/main" l="0" t="1945" r="0" b="19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62875" y="904875"/>
            <a:ext cx="3476625" cy="50006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1D98F1-FA1C-4A24-8FA6-04CFED216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6296025"/>
            <a:ext cx="742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15463730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2F56A7-5C0A-4ADB-B055-B037E2CD3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41FD91-36F4-4FB8-877B-E0B558078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C37C5B-7C01-4543-8592-F379ED6B4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857250"/>
            <a:ext cx="1052512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仕事で英語を使う人を</a:t>
            </a:r>
          </a:p>
          <a:p xmlns:a="http://schemas.openxmlformats.org/drawingml/2006/main">
            <a: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見てきました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380FAB-23F7-4432-9E38-C36E34095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14650"/>
            <a:ext cx="1314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65B751-C1A2-4CA5-86AD-5C4680A07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86125"/>
            <a:ext cx="10429875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rPr>
              <a:t>企業研修／英語コーチング／英語講師への指導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D4CFC9-EF5E-41C5-A544-D751DF336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6296025"/>
            <a:ext cx="742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42870840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1AAFA0-BAE1-4696-8F1A-857F36E78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418D1A-5051-4EAF-91B7-E87181E02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1FA5A5-63B0-4A55-8747-9FAC6B6C3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162050"/>
            <a:ext cx="106299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会議で止まる、一瞬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79B7AE-DCF7-4D3E-BA06-9ACEDF95C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876675"/>
            <a:ext cx="2990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5DB362-BA94-4CD1-B03B-0A8B22CF2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95775"/>
            <a:ext cx="102108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rPr>
              <a:t>知っている一語が、つながった音の中に埋もれる。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D362D0-A899-4BFE-B5C2-D1DD7BC48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6296025"/>
            <a:ext cx="742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03035615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F41D6D-19C9-44DB-8708-6DCB87944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B52DC6-A2F4-4538-9759-AA7E654C9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479549-E5B1-43EA-A871-598C77CF5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162050"/>
            <a:ext cx="106299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練習を増やす前に、</a:t>
            </a:r>
          </a:p>
          <a:p xmlns:a="http://schemas.openxmlformats.org/drawingml/2006/main">
            <a: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止まる場所を知る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B2297D-8A90-4652-96CC-B5586D640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876675"/>
            <a:ext cx="2990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317C7D-B815-4292-A338-5C01C34F1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95775"/>
            <a:ext cx="102108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rPr>
              <a:t>単語を足す前に、聞こえなかった音を確かめる。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0FB8D5-D646-4A78-9A19-D39D54FDB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6296025"/>
            <a:ext cx="742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30812027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6B1468-2305-432E-8EB8-48F14E4FB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B103D4-DF01-4BE1-A800-41570FFC6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8CDE1B-4D69-4D43-A63C-C38623B09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857250"/>
            <a:ext cx="1052512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文字で見る英語と、</a:t>
            </a:r>
          </a:p>
          <a:p xmlns:a="http://schemas.openxmlformats.org/drawingml/2006/main">
            <a: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会話で聞く音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D371F2-ABDD-44EC-9E68-A82C8A8AF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14650"/>
            <a:ext cx="1314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AF117B-0D38-426F-9DA1-00E813F1E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86125"/>
            <a:ext cx="10429875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rPr>
              <a:t>同じ単語でも、文の中では強さと長さが変わります。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7EF9C9-CF1F-4F8F-BDB8-132998817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6296025"/>
            <a:ext cx="742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53622869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8FB6F7-A105-41C7-BBB3-58D1E14AA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53915D-50FA-4330-A219-81BDE6FEC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70E78A-805F-4D5C-B833-622FBA8FC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857250"/>
            <a:ext cx="1052512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強くなる語、</a:t>
            </a:r>
          </a:p>
          <a:p xmlns:a="http://schemas.openxmlformats.org/drawingml/2006/main">
            <a: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弱く短くなる語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440550-ECE2-4528-A8AF-12577253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14650"/>
            <a:ext cx="1314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43DDC0-BAC7-4E92-A2C6-548421845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86125"/>
            <a:ext cx="10429875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rPr>
              <a:t>全部の語が、同じ強さでは話されません。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06B1A3-AEDA-47C8-A7E8-69C917A5D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6296025"/>
            <a:ext cx="742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65415780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6CFA1F-79AA-410C-9BF1-CBC4DE3D9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10C6AD-1255-4C81-9074-9D011EAB9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2AB6DA-B88D-4EE4-A388-7280C4A72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162050"/>
            <a:ext cx="106299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知っている単語が、</a:t>
            </a:r>
          </a:p>
          <a:p xmlns:a="http://schemas.openxmlformats.org/drawingml/2006/main">
            <a: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知らない音に聞こえる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D3A783-03EC-4647-8C67-3A064E12B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876675"/>
            <a:ext cx="2990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92E1EF-260E-49CF-AAD8-5EF6BC0B6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95775"/>
            <a:ext cx="102108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rPr>
              <a:t>頭の中で待っていた音と、実際に届く音が違う。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741214-17E1-42D7-8C48-3D52E3DEB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6296025"/>
            <a:ext cx="742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14705166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F5CF70-E9D6-4404-9317-FFCFE857C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CFCE15-84B9-4623-A3B2-D9E3EECFE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BC5582-15BA-473C-A40C-D920C3EA9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857250"/>
            <a:ext cx="1052512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慣れた読み方が</a:t>
            </a:r>
          </a:p>
          <a:p xmlns:a="http://schemas.openxmlformats.org/drawingml/2006/main">
            <a: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残ることがある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3B7FFA-E0B7-42ED-B1C3-651351EA4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14650"/>
            <a:ext cx="1314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97E5FE-4057-475C-A683-C897517B2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86125"/>
            <a:ext cx="10429875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rPr>
              <a:t>同じ音で繰り返すほど、その言い方に慣れてしまう場合があります。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567178-BFBC-467E-8B56-122B9ED61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6296025"/>
            <a:ext cx="742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84927126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581AEE-4830-40A3-980F-E32E4F4A8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2D360C-0B8C-40AC-8D78-096874377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77CF6E-1D7A-4B24-B906-1589CEEB0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62000"/>
            <a:ext cx="1047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6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36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36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36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36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36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36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36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36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36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36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6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音を見直す四つの動作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E54DD4-CC00-44C5-9C86-208AC5202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38375"/>
            <a:ext cx="2533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5918D9-27CF-4675-AD2C-35F519713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14600"/>
            <a:ext cx="253365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47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ctr">
              <a:defRPr sz="247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ctr">
              <a:defRPr sz="247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ctr">
              <a:defRPr sz="247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ctr">
              <a:defRPr sz="247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ctr">
              <a:defRPr sz="247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ctr">
              <a:defRPr sz="247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ctr">
              <a:defRPr sz="247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ctr">
              <a:defRPr sz="247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ctr">
              <a:defRPr sz="247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ctr">
              <a:defRPr sz="247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47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rPr>
              <a:t>聞く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10DF72-5B36-495B-BA38-B147347C5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238375"/>
            <a:ext cx="2533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AF8E33-EC02-4438-97EC-2250BD90B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514600"/>
            <a:ext cx="253365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47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ctr">
              <a:defRPr sz="247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ctr">
              <a:defRPr sz="247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ctr">
              <a:defRPr sz="247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ctr">
              <a:defRPr sz="247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ctr">
              <a:defRPr sz="247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ctr">
              <a:defRPr sz="247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ctr">
              <a:defRPr sz="247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ctr">
              <a:defRPr sz="247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ctr">
              <a:defRPr sz="247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ctr">
              <a:defRPr sz="247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47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rPr>
              <a:t>特徴を知る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4F146F-162C-4E62-A754-6CBAB4FC2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238375"/>
            <a:ext cx="2533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6CA2F2-7123-41AF-A36C-CE109ACD8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514600"/>
            <a:ext cx="253365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47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ctr">
              <a:defRPr sz="247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ctr">
              <a:defRPr sz="247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ctr">
              <a:defRPr sz="247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ctr">
              <a:defRPr sz="247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ctr">
              <a:defRPr sz="247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ctr">
              <a:defRPr sz="247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ctr">
              <a:defRPr sz="247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ctr">
              <a:defRPr sz="247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ctr">
              <a:defRPr sz="247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ctr">
              <a:defRPr sz="247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47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rPr>
              <a:t>自分で出す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3DAF93-770C-42DE-AB36-313901655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238375"/>
            <a:ext cx="2533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76F5BA-FFC5-4F8B-A836-637096223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514600"/>
            <a:ext cx="253365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47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ctr">
              <a:defRPr sz="247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ctr">
              <a:defRPr sz="247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ctr">
              <a:defRPr sz="247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ctr">
              <a:defRPr sz="247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ctr">
              <a:defRPr sz="247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ctr">
              <a:defRPr sz="247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ctr">
              <a:defRPr sz="247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ctr">
              <a:defRPr sz="247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ctr">
              <a:defRPr sz="247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ctr">
              <a:defRPr sz="247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475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rPr>
              <a:t>比べて直す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7E9CFB-2379-49D3-80C5-169CCCE01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6296025"/>
            <a:ext cx="742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83509228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98401B-D170-4379-9822-CC5C79C77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2FCABA-E085-4911-837F-9D97B7007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63053D-2651-4C77-AECC-AFFDFFEF7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162050"/>
            <a:ext cx="106299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次に直す一箇所が分かる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E19951-0612-47D7-A65A-8CEB5DE77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876675"/>
            <a:ext cx="2990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CF1E57-EED9-45AD-8929-4A01AE5F2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95775"/>
            <a:ext cx="102108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rPr>
              <a:t>正誤だけで終わらず、どこをどう練習するかまで。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0AE524-4425-45D0-B70C-5CFEE1871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6296025"/>
            <a:ext cx="742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49911988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5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59FF65-610E-4EEC-8ABC-5D04DD267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5ADE3D-A891-4917-B7D5-F4C32DBF4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621F60-8CC6-4A6A-983C-36F84D73A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857250"/>
            <a:ext cx="1052512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最初は、英文を見ずに聞く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445616-429E-4382-B995-EACE8A4F9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14650"/>
            <a:ext cx="1314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6FCDBE-3433-44CB-A5CD-A441B9FEA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86125"/>
            <a:ext cx="10429875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rPr>
              <a:t>メモできるものを用意してください。録音は任意です。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420BBA-DF43-4453-8468-44EA3D913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6296025"/>
            <a:ext cx="742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47091556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5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A3287C-79A5-4ED9-BF82-B9ACFE349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C6D835-E444-4BC4-B9F6-265CF0046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1AEA8E-0065-4B70-89C9-54EE43A1F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857250"/>
            <a:ext cx="1052512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最初の聞こえ方を残す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399EFC-C33D-4BAE-8FAA-EEB8E5C23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14650"/>
            <a:ext cx="1314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CA8CF5-871A-43B9-B532-6923036AA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86125"/>
            <a:ext cx="10429875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rPr>
              <a:t>聞こえた語と、聞き取れなかった場所をメモ。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CA9D8C-8567-413F-8A64-DD2C0CD62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6296025"/>
            <a:ext cx="742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00638294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5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0B371B-2B5C-4E81-A6D7-3BDD259C9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DB27A6-BF10-4FB9-B805-2D234BF16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8BE2C0-22A6-4007-B381-98706C239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857250"/>
            <a:ext cx="1052512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音だけを聞いてください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CDB819-97C7-40FC-82E8-4DDF162CB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14650"/>
            <a:ext cx="1314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00E095-96A0-4D40-A242-591A03D9E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86125"/>
            <a:ext cx="10429875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rPr>
              <a:t>聞こえた語を、一つだけでもメモ。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914987-CBF4-4548-89F6-EA21DC4A9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6296025"/>
            <a:ext cx="742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38301495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6F5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A49BC1-1CA6-4EC3-8F7A-F2309A129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47FC29-C5D2-4030-8A51-3C2C5F66B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8B42C7-14E3-4C92-8A98-93316B6A6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857250"/>
            <a:ext cx="1052512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最初のメモ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764EC6-C381-4E1D-9832-6F5CACC0F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14650"/>
            <a:ext cx="1314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A6FB47-631B-422D-963D-50BA82048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86125"/>
            <a:ext cx="10429875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rPr>
              <a:t>どこが聞こえましたか。</a:t>
            </a:r>
          </a:p>
          <a:p xmlns:a="http://schemas.openxmlformats.org/drawingml/2006/main">
            <a: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rPr>
              <a:t>まだ答えは出しません。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6B4E5A-6370-480F-AB19-9359ADD64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6296025"/>
            <a:ext cx="742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47108588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0FAFC7-AACB-48C2-9481-F3BFBB3B2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4B8660-0C6E-4935-8437-C18F6A8C2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B7D2AF-8880-4651-ADBC-1AD97F45A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285875"/>
            <a:ext cx="105918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42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ctr">
              <a:defRPr sz="42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ctr">
              <a:defRPr sz="42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ctr">
              <a:defRPr sz="42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ctr">
              <a:defRPr sz="42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ctr">
              <a:defRPr sz="42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ctr">
              <a:defRPr sz="42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ctr">
              <a:defRPr sz="42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ctr">
              <a:defRPr sz="42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ctr">
              <a:defRPr sz="42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ctr">
              <a:defRPr sz="42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42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He must have been busy.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E7FDE6-AFC7-4875-A8EF-2376C144E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3829050"/>
            <a:ext cx="3219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CF2C20-0B31-49CB-BD42-30DB65597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29100"/>
            <a:ext cx="10287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rPr>
              <a:t>彼は忙しかったに違いない。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C74F91-1C95-4AB9-A79F-E42CDD82E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6296025"/>
            <a:ext cx="742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57608839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34BA29-C44C-4C7E-AE08-787E0AFCE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6E7F79-8285-4BDB-A3FA-47835B018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29A2A3-9F77-4EC3-82AE-F7157F973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285875"/>
            <a:ext cx="105918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42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ctr">
              <a:defRPr sz="42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ctr">
              <a:defRPr sz="42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ctr">
              <a:defRPr sz="42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ctr">
              <a:defRPr sz="42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ctr">
              <a:defRPr sz="42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ctr">
              <a:defRPr sz="42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ctr">
              <a:defRPr sz="42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ctr">
              <a:defRPr sz="42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ctr">
              <a:defRPr sz="42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ctr">
              <a:defRPr sz="42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42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must have been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FD9292-7DA8-4F87-B1CF-7738D6F83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3829050"/>
            <a:ext cx="3219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A9E4C6-0245-4C7E-9C57-27A2AEB8B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29100"/>
            <a:ext cx="10287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rPr>
              <a:t>三つの単語を、会話の中で一つのまとまりとして聞く。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EDEF4A-34ED-490F-8060-987F600FC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6296025"/>
            <a:ext cx="742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22443071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6F5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6E2DED-1273-4F29-931B-BA27C45A3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22765C-C4E2-4D96-A64C-C3CF8E297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4FE672-76E8-4A16-8D78-31BF854CA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857250"/>
            <a:ext cx="1052512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一語ずつ／会話の速さ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C9F88C-B9C1-4C2E-9F22-83DA4BC48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14650"/>
            <a:ext cx="1314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BB070C-E194-4B04-AF92-686E06A89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86125"/>
            <a:ext cx="10429875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rPr>
              <a:t>坪田まゆみの見本を、二つの速さで聞く。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F7594F-5758-491A-ABA4-41806AC28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6296025"/>
            <a:ext cx="742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3350907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6F5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16395C-C3E3-41B3-876C-057853723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65FE94-F201-473E-B22A-B1C58192B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09212F-7FC4-40E2-8EF7-4190FB3BE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857250"/>
            <a:ext cx="1052512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短くなる部分を聞く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869D89-E719-4916-AFB6-16C90285E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14650"/>
            <a:ext cx="1314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F6079C-E2E5-4E76-ADCB-50AC8C357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86125"/>
            <a:ext cx="10429875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rPr>
              <a:t>真ん中の have は、短く弱くなることがあります。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512BE3-8461-4C4C-81D4-786B34EB3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6296025"/>
            <a:ext cx="742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1504245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6F5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DCE6EB-5B08-4745-9C0F-9FB6F75D4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14675D-1723-47F0-9FB0-EAEAC6BD4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D051B6-D221-4D33-8B3E-1352994FD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857250"/>
            <a:ext cx="1052512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must have been を3回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527F10-5DA9-41AE-A788-9E4E46FD3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14650"/>
            <a:ext cx="1314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45DF55-9020-4C4E-8396-C0460AA2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86125"/>
            <a:ext cx="10429875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rPr>
              <a:t>見本のあとに、声に出してください。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2605A3-B523-4799-A8D6-AFC8B9E3C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6296025"/>
            <a:ext cx="742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318617383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915924-707C-4DB3-902F-CAF9D7722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2C76B6-6E4F-4CAB-A8FE-731F79193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C1D8F3-0CB9-4CF9-BB9C-1DCE6EE61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285875"/>
            <a:ext cx="105918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42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ctr">
              <a:defRPr sz="42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ctr">
              <a:defRPr sz="42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ctr">
              <a:defRPr sz="42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ctr">
              <a:defRPr sz="42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ctr">
              <a:defRPr sz="42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ctr">
              <a:defRPr sz="42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ctr">
              <a:defRPr sz="42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ctr">
              <a:defRPr sz="42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ctr">
              <a:defRPr sz="42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ctr">
              <a:defRPr sz="42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42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He must have been busy.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96CE5A-AE82-42A3-B5C9-B4043717C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3829050"/>
            <a:ext cx="3219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3A3022-6FC3-4C29-AA0B-5094268E5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29100"/>
            <a:ext cx="10287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rPr>
              <a:t>今度は文全体を2回。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5D8B2C-575F-4306-A02F-5E86F6910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6296025"/>
            <a:ext cx="742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109012407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6F5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C9A00B-4ECF-4FEB-A1B4-136649EA6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4AB8F4-866F-4C50-9E9F-D69237517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48DDBB-F2C7-492C-89B2-64B278B86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857250"/>
            <a:ext cx="1052512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自分の声を一度聞く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C819E4-08AC-4349-96B5-D4718D612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14650"/>
            <a:ext cx="1314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2C9320-2C7B-4374-B9B8-B3CD8C547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86125"/>
            <a:ext cx="10429875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rPr>
              <a:t>録音できる方は、ここで一回録ってください。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F21F30-D855-4A2A-AB38-92F9B0ABC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6296025"/>
            <a:ext cx="742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068694238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6F5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0070F4-D1DD-459C-9847-17AEA5507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C38A99-8567-4279-95A2-60B153452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FF7C12-A90F-41DA-B21B-06BF07A39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857250"/>
            <a:ext cx="1052512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直す場所は一箇所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493055-60A3-42E1-8D19-5EAB1759E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14650"/>
            <a:ext cx="1314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E47A44-85D7-4B21-B641-238AEE394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86125"/>
            <a:ext cx="10429875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rPr>
              <a:t>長さか、つながりか。</a:t>
            </a:r>
          </a:p>
          <a:p xmlns:a="http://schemas.openxmlformats.org/drawingml/2006/main">
            <a: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rPr>
              <a:t>一つ選んで言い直す。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091BC9-2C2D-4BE7-9A50-1A3B1D4C2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6296025"/>
            <a:ext cx="742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99802714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6F5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F20C04-9BCB-4650-9C80-13F55E406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86A2BB-C837-4B7E-BC21-44D7CE0A6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12060A-2CDA-42F6-85C3-178292C32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857250"/>
            <a:ext cx="1052512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同じ音声を、もう一度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85DB33-F238-4E9C-A11B-FFCF91183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14650"/>
            <a:ext cx="1314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14A965-5FA8-4497-AEDC-015316087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86125"/>
            <a:ext cx="10429875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rPr>
              <a:t>最初より聞き取りやすい部分はありますか。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0BC247-F74B-4A01-A865-1ED669B63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6296025"/>
            <a:ext cx="742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919249507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6F5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5D2935-4818-418C-B7C2-AFB94D099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587463-2055-4A44-B585-55FA367A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658A85-10BE-4483-A139-DD51B2394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857250"/>
            <a:ext cx="1052512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別の文を、聞いてください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C3C136-9D87-4808-9995-3D02356E4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14650"/>
            <a:ext cx="1314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BCC27E-EB5D-4241-82BC-8087B9470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86125"/>
            <a:ext cx="10429875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rPr>
              <a:t>さっき練習した音のまとまりを探す。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B59E74-31B1-41A5-8C50-D81FAE213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6296025"/>
            <a:ext cx="742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639170519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488B18-DB2F-4D3F-8506-7D8B3CDC5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F8763C-1C52-4E0C-B5D8-A71D1F4BF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9449F4-A06E-4584-B76A-D7728CDDE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285875"/>
            <a:ext cx="105918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42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ctr">
              <a:defRPr sz="42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ctr">
              <a:defRPr sz="42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ctr">
              <a:defRPr sz="42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ctr">
              <a:defRPr sz="42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ctr">
              <a:defRPr sz="42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ctr">
              <a:defRPr sz="42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ctr">
              <a:defRPr sz="42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ctr">
              <a:defRPr sz="42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ctr">
              <a:defRPr sz="42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ctr">
              <a:defRPr sz="42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42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It must have been</a:t>
            </a:r>
          </a:p>
          <a:p xmlns:a="http://schemas.openxmlformats.org/drawingml/2006/main">
            <a:pPr algn="ctr">
              <a:defRPr sz="42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42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a long meeting.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699189-DE98-4830-B182-781B1011D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3829050"/>
            <a:ext cx="3219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5A5E8C-A6CD-47A5-BC17-3368D943A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29100"/>
            <a:ext cx="10287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rPr>
              <a:t>長い会議だったに違いない。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07D9E3-31BC-4EA5-9A72-B7495B9E5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6296025"/>
            <a:ext cx="742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54364584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CD8CEC-669E-45AA-9F2F-ED71AF585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4C33FF-F4A0-4EC7-A665-0CB80ED90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DACF3A-AC42-4836-BCEB-7001BA6BF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162050"/>
            <a:ext cx="106299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結果は三つに分かれる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D8D189-FE72-4E66-838B-2BB64D43E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876675"/>
            <a:ext cx="2990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712B1F-FD15-4899-8621-E6E16A3D5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95775"/>
            <a:ext cx="102108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rPr>
              <a:t>拾えた／まだ難しい／意味が分からなかった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532E51-EC4E-43F6-918B-15ED967E1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6296025"/>
            <a:ext cx="742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640454280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C3BAB1-92AE-42C8-9E75-36DF173D9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C5B140-ADFF-46C4-BC71-857CA35CB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055C3C-8470-417F-81BE-7B6BC877A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857250"/>
            <a:ext cx="1052512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一部分を拾えた方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13F74E-B1C3-4E22-9E0B-D478FCD25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14650"/>
            <a:ext cx="1314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15A87A-4B62-4393-A920-D087CA278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86125"/>
            <a:ext cx="10429875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rPr>
              <a:t>別の仕事の表現でも、同じ音の特徴を探す。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0D07B6-6775-494E-89BE-0FFEB477B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6296025"/>
            <a:ext cx="742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57408076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4AC7DC-B380-468C-8A15-1765E4306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54C521-6942-4AE6-8FE5-726C6968E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2428C7-10AF-494A-A1FE-65F6A6D29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857250"/>
            <a:ext cx="1052512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まだ聞き取りにくい方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F3FE67-B109-4D4E-93C3-9F0E46E68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14650"/>
            <a:ext cx="1314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D44F23-FE87-4DAD-B7AD-DB9FDF278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86125"/>
            <a:ext cx="10429875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rPr>
              <a:t>短くなる場所と、つながる場所を小さく分ける。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DE2041-6252-4C70-9796-30FCFA298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6296025"/>
            <a:ext cx="742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1088248010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FD9006-774D-4004-A2A7-122F9A025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719E7F-10A3-4729-AF70-98233794D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2563B0-9510-4491-9F41-6D2A9A3A4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857250"/>
            <a:ext cx="1052512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意味が分からなかった方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052462-45E0-4603-838A-5E3ED790D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14650"/>
            <a:ext cx="1314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502BF4-B2F5-4F84-8E8C-F1B4089C6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86125"/>
            <a:ext cx="10429875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rPr>
              <a:t>意味を押さえてから、音を確かめる。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0714E0-D12A-4507-9219-FD6F98356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6296025"/>
            <a:ext cx="742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1600047673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D5B226-8817-4CDD-9D49-B2242F91A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ED1E3E-C120-4FDB-9082-32E6C81EC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417D90-E397-470A-B28B-3AB5C126F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162050"/>
            <a:ext cx="106299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AIに聞いた回数では、</a:t>
            </a:r>
          </a:p>
          <a:p xmlns:a="http://schemas.openxmlformats.org/drawingml/2006/main">
            <a: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発音は変わらない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58A6BD-BC10-4F13-9663-E21B1B091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876675"/>
            <a:ext cx="2990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365BD9-E44C-4741-A484-A068997FB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95775"/>
            <a:ext cx="102108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rPr>
              <a:t>やり方を知る → 声に出す → 比べて直す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90BE56-BFC1-4B89-8FC0-FA2CC6B58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6296025"/>
            <a:ext cx="742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1570552451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20242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8329A8-151E-47F0-B846-A05F60980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96A928-DFA9-43C1-BEC4-A398B81B0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CCDE0D-C7A9-4B0D-ADDC-318A50EE3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106299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43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ctr">
              <a:defRPr sz="43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ctr">
              <a:defRPr sz="43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ctr">
              <a:defRPr sz="43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ctr">
              <a:defRPr sz="43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ctr">
              <a:defRPr sz="43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ctr">
              <a:defRPr sz="43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ctr">
              <a:defRPr sz="43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ctr">
              <a:defRPr sz="43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ctr">
              <a:defRPr sz="43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ctr">
              <a:defRPr sz="43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43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21日間チャレンジコース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E80286-37DD-4202-98F8-1A22772D2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905250"/>
            <a:ext cx="3009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9F6DEB-A539-4BAC-9A5B-F95E7D309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10075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ctr">
              <a:defRPr sz="22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ctr">
              <a:defRPr sz="22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ctr">
              <a:defRPr sz="22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ctr">
              <a:defRPr sz="22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ctr">
              <a:defRPr sz="22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ctr">
              <a:defRPr sz="22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ctr">
              <a:defRPr sz="22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ctr">
              <a:defRPr sz="22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ctr">
              <a:defRPr sz="22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ctr">
              <a:defRPr sz="22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2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今日の10分を、仕事で使う英語へ。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CA198C-F640-462A-AFA7-B667F05D6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6296025"/>
            <a:ext cx="742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125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r">
              <a:defRPr sz="1125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r">
              <a:defRPr sz="1125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r">
              <a:defRPr sz="1125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r">
              <a:defRPr sz="1125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r">
              <a:defRPr sz="1125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r">
              <a:defRPr sz="1125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r">
              <a:defRPr sz="1125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r">
              <a:defRPr sz="1125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r">
              <a:defRPr sz="1125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1403648674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E858AE-6FA2-40C6-8512-BA4329E84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1B66E1-D1C0-48C3-8123-9BA74EDF5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DBEF11-5352-403E-B656-23F4324D8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857250"/>
            <a:ext cx="1052512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最初の個別サポート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D0AE04-58A8-4D47-8D5A-2E7DC5956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14650"/>
            <a:ext cx="1314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E92737-EACE-4044-AE10-2C0858452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86125"/>
            <a:ext cx="10429875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rPr>
              <a:t>今の音と、練習の優先順位を決める。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29F655-A7FE-43BE-85F5-B2C330557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6296025"/>
            <a:ext cx="742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1082973852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4F7648-95D9-45CC-8FC9-8793586BD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5F991F-582B-4B38-8D60-7444D92E1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14D269-3DBB-4826-8968-AB8DAAB2F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62000"/>
            <a:ext cx="1047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6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36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36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36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36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36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36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36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36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36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36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6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21日間の順序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D9B815-5368-4549-9B27-9D0AB8E28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38375"/>
            <a:ext cx="3416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1FCBD7-047F-4D9C-A5B7-D24A247FA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14600"/>
            <a:ext cx="34163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rPr>
              <a:t>1–4日目</a:t>
            </a:r>
          </a:p>
          <a:p xmlns:a="http://schemas.openxmlformats.org/drawingml/2006/main">
            <a: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rPr>
              <a:t>リズム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3C5FB9-39B8-426A-8DC0-1A7F8AA81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238375"/>
            <a:ext cx="3416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2FC08C-F70A-4267-9A56-044A08E4E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514600"/>
            <a:ext cx="34163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rPr>
              <a:t>5–11日目</a:t>
            </a:r>
          </a:p>
          <a:p xmlns:a="http://schemas.openxmlformats.org/drawingml/2006/main">
            <a: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rPr>
              <a:t>音の変化と発声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6F5B31-8577-4DB4-9826-A45C3AE31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9400" y="2238375"/>
            <a:ext cx="3416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998F2C-8CBA-43FF-B385-8CA769FBE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9400" y="2514600"/>
            <a:ext cx="34163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rPr>
              <a:t>12–21日目</a:t>
            </a:r>
          </a:p>
          <a:p xmlns:a="http://schemas.openxmlformats.org/drawingml/2006/main">
            <a: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rPr>
              <a:t>100例文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84733A-CA78-45D8-834A-FD99FEB34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6296025"/>
            <a:ext cx="742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1746512885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A24313-5D94-4FB9-A4A3-41618DBBF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B5463C-F6E5-4015-9721-449BF90EF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76185D-C80C-4165-919D-901B1822B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14375"/>
            <a:ext cx="1062037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45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345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345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345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345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345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345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345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345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345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45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学習アプリで、</a:t>
            </a:r>
          </a:p>
          <a:p xmlns:a="http://schemas.openxmlformats.org/drawingml/2006/main">
            <a:pPr algn="l">
              <a:defRPr sz="345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45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毎日の課題を見る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F62E12-8098-4A24-B80E-F111F101F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10382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18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18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18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18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18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18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18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18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18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8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rPr>
              <a:t>解説を見て、聞いて、声に出して確かめる。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6EC40A-C2B7-4709-A612-E3D0F647E9C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1dd7e13f3246ec"/>
          <a:stretch xmlns:a="http://schemas.openxmlformats.org/drawingml/2006/main"/>
        </p:blipFill>
        <p:spPr>
          <a:xfrm xmlns:a="http://schemas.openxmlformats.org/drawingml/2006/main">
            <a:off x="3213017" y="2667000"/>
            <a:ext cx="1584491" cy="3429000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0E592B-9490-4883-B968-5C974796A1E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6e315b97e84e17"/>
          <a:stretch xmlns:a="http://schemas.openxmlformats.org/drawingml/2006/main"/>
        </p:blipFill>
        <p:spPr>
          <a:xfrm xmlns:a="http://schemas.openxmlformats.org/drawingml/2006/main">
            <a:off x="5689517" y="2667000"/>
            <a:ext cx="1584491" cy="3429000"/>
          </a:xfrm>
          <a:prstGeom xmlns:a="http://schemas.openxmlformats.org/drawingml/2006/main" prst="rect">
            <a:avLst/>
          </a:prstGeom>
        </p:spPr>
      </p:pic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BD525A-6B1C-4F58-AECE-67620137E62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e60a66e8024aa0"/>
          <a:stretch xmlns:a="http://schemas.openxmlformats.org/drawingml/2006/main"/>
        </p:blipFill>
        <p:spPr>
          <a:xfrm xmlns:a="http://schemas.openxmlformats.org/drawingml/2006/main">
            <a:off x="8166017" y="2667000"/>
            <a:ext cx="1584491" cy="34290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8D4018-6287-41B3-973C-318760C24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6296025"/>
            <a:ext cx="742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48768340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B72886-11CD-4D69-8F02-627DB5F06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9EEFD5-13CB-4696-A804-7F3C5807B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1A3E70-0560-4016-A4C5-3476F4FC7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857250"/>
            <a:ext cx="1052512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仕事で使う英語へ広げる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A0F76E-AEC1-466E-B909-D1EF74AB1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14650"/>
            <a:ext cx="1314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472E11-6587-44B0-9624-469C3CC04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86125"/>
            <a:ext cx="10429875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rPr>
              <a:t>会議や予定調整で使う表現にも取り組む。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A63F69-7DD0-44F1-8CFD-DD4E85BC7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6296025"/>
            <a:ext cx="742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rPr>
              <a:t>38</a:t>
            </a:r>
          </a:p>
        </p:txBody>
      </p:sp>
    </p:spTree>
    <p:extLst>
      <p:ext uri="{BB962C8B-B14F-4D97-AF65-F5344CB8AC3E}">
        <p14:creationId xmlns:p14="http://schemas.microsoft.com/office/powerpoint/2010/main" val="475491309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E316DB-ADCE-4D14-893F-6E0138CE6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D39865-7542-41F8-9B3A-13345A765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A57FAF-44BB-4B2E-B80D-F3739FF78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857250"/>
            <a:ext cx="1052512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提出音声に、3回フィードバック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4C651C-4512-4D4E-A362-1BA2DE6DB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14650"/>
            <a:ext cx="1314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68D7F1-021D-4E20-B44B-44245D1E2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86125"/>
            <a:ext cx="10429875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rPr>
              <a:t>できている点／優先して直す点／次の練習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9012A7-E7CF-4212-AF96-C46593ED9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6296025"/>
            <a:ext cx="742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rPr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1557987460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C15CEA-711A-47E9-A4B6-B73DAA0AB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87C8B0-5613-40FA-93BC-AC168505D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250C75-DBAD-4970-86CA-C4A7350D8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857250"/>
            <a:ext cx="1052512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最後の個別セッション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32AD7C-FCBD-415B-A20C-E6F78E3DE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14650"/>
            <a:ext cx="1314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A32183-B75C-4A23-A0B4-F0329CC14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86125"/>
            <a:ext cx="10429875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rPr>
              <a:t>60分で変化と、その後の練習を整理する。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7721A6-0751-4346-BF78-15B23DA0B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6296025"/>
            <a:ext cx="742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rPr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256095391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31C9BE-8BF7-4047-A929-77C58621F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E8615D-21D0-4E70-981E-EA9D489E7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3B13DF-7904-40F9-A07C-46B8B8394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62000"/>
            <a:ext cx="1047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6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36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36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36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36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36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36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36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36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36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36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6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講座に含まれる支援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902319-1506-4473-845D-1F59E99F7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38375"/>
            <a:ext cx="3416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CF38C1-4A0F-40DE-B1C8-CBC4BE8C1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14600"/>
            <a:ext cx="34163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rPr>
              <a:t>前後の個別サポート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44E0D6-67F9-43F0-8A1F-60D7FFE51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238375"/>
            <a:ext cx="3416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6D8EC1-10F6-4849-B296-8D8055CCF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514600"/>
            <a:ext cx="34163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rPr>
              <a:t>音声添削3回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509661-5A36-450D-B196-AEC4D507A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9400" y="2238375"/>
            <a:ext cx="3416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985F08-D5D2-4C4C-8318-613AFA4ED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9400" y="2514600"/>
            <a:ext cx="34163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ctr">
              <a:def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550" b="1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rPr>
              <a:t>アプリで21日間の学習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5BCE03-B433-4A71-BC69-B28BCDEDE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6296025"/>
            <a:ext cx="742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rPr>
              <a:t>41</a:t>
            </a:r>
          </a:p>
        </p:txBody>
      </p:sp>
    </p:spTree>
    <p:extLst>
      <p:ext uri="{BB962C8B-B14F-4D97-AF65-F5344CB8AC3E}">
        <p14:creationId xmlns:p14="http://schemas.microsoft.com/office/powerpoint/2010/main" val="1749753974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01E20F-EDC1-4A97-A9D1-CE483CACB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2E09F0-6E0F-47CD-A85A-DC270C69F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C2455C-CFCA-45DE-9D3C-0EAE6A072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857250"/>
            <a:ext cx="1052512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9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練習が続く環境を用意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E379E0-BCB9-4551-B737-D7A6DCC1D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14650"/>
            <a:ext cx="1314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471F75-292C-4C62-82E3-6D61E8CFA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86125"/>
            <a:ext cx="10429875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550" b="0">
                <a:solidFill>
                  <a:srgbClr val="222B31"/>
                </a:solidFill>
                <a:latin typeface="Hiragino Kaku Gothic ProN"/>
                <a:ea typeface="Hiragino Kaku Gothic ProN"/>
                <a:cs typeface="Hiragino Kaku Gothic ProN"/>
              </a:rPr>
              <a:t>毎日の課題 → 自分の録音 → 見本と比較 → 坪田の音声添削3回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D9EF85-B6E3-4113-8C20-43E19C3DB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6296025"/>
            <a:ext cx="742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rPr>
              <a:t>42</a:t>
            </a:r>
          </a:p>
        </p:txBody>
      </p:sp>
    </p:spTree>
    <p:extLst>
      <p:ext uri="{BB962C8B-B14F-4D97-AF65-F5344CB8AC3E}">
        <p14:creationId xmlns:p14="http://schemas.microsoft.com/office/powerpoint/2010/main" val="373628130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BE8E13-F9DF-4A45-9E76-5B5E05484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064B1F-8D33-4D39-8208-5EF0C529C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976B25-30DE-4F5F-8201-79B5EB7A2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819150"/>
            <a:ext cx="10477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33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ctr">
              <a:defRPr sz="33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ctr">
              <a:defRPr sz="33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ctr">
              <a:defRPr sz="33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ctr">
              <a:defRPr sz="33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ctr">
              <a:defRPr sz="33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ctr">
              <a:defRPr sz="33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ctr">
              <a:defRPr sz="33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ctr">
              <a:defRPr sz="33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ctr">
              <a:defRPr sz="33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ctr">
              <a:defRPr sz="33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3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視聴中の講座価格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63C770-7BFF-4A82-91D3-986DE08AD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905000"/>
            <a:ext cx="457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F32A6F-E414-44D2-A23A-13A7F416F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09825"/>
            <a:ext cx="10668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54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ctr">
              <a:defRPr sz="54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ctr">
              <a:defRPr sz="54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ctr">
              <a:defRPr sz="54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ctr">
              <a:defRPr sz="54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ctr">
              <a:defRPr sz="54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ctr">
              <a:defRPr sz="54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ctr">
              <a:defRPr sz="54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ctr">
              <a:defRPr sz="54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ctr">
              <a:defRPr sz="54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ctr">
              <a:defRPr sz="54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54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39,800円（税込）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118DE1-1B00-4CD6-9BA5-7C2C654DD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95800"/>
            <a:ext cx="96202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rPr>
              <a:t>視聴後のお申し込みは49,800円（税込）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713885-784D-46BE-83E5-190DF999E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6296025"/>
            <a:ext cx="742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rPr>
              <a:t>43</a:t>
            </a:r>
          </a:p>
        </p:txBody>
      </p:sp>
    </p:spTree>
    <p:extLst>
      <p:ext uri="{BB962C8B-B14F-4D97-AF65-F5344CB8AC3E}">
        <p14:creationId xmlns:p14="http://schemas.microsoft.com/office/powerpoint/2010/main" val="363307991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001A81-5D42-4F22-B8DC-AF4D3ADA9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F95F24-0E75-4A84-8B43-0F1801D78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2BAAF3-A038-49F4-BBE4-B50FA8D26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819150"/>
            <a:ext cx="10477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33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ctr">
              <a:defRPr sz="33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ctr">
              <a:defRPr sz="33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ctr">
              <a:defRPr sz="33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ctr">
              <a:defRPr sz="33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ctr">
              <a:defRPr sz="33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ctr">
              <a:defRPr sz="33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ctr">
              <a:defRPr sz="33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ctr">
              <a:defRPr sz="33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ctr">
              <a:defRPr sz="33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ctr">
              <a:defRPr sz="33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3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発音診断を購入済みの方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332077-5139-4ABB-83AD-2394E9586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905000"/>
            <a:ext cx="457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E72A78-8550-4E6F-8874-8071CBD30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09825"/>
            <a:ext cx="10668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54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ctr">
              <a:defRPr sz="54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ctr">
              <a:defRPr sz="54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ctr">
              <a:defRPr sz="54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ctr">
              <a:defRPr sz="54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ctr">
              <a:defRPr sz="54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ctr">
              <a:defRPr sz="54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ctr">
              <a:defRPr sz="54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ctr">
              <a:defRPr sz="54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ctr">
              <a:defRPr sz="54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ctr">
              <a:defRPr sz="54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5400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追加33,820円（税込）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078A2F-0045-4507-B25F-1E06F59AC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95800"/>
            <a:ext cx="96202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rPr>
              <a:t>お支払い済みの5,980円を充当。合計39,800円。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47D430-49D6-486C-959C-FCAB3FC12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6296025"/>
            <a:ext cx="742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rPr>
              <a:t>44</a:t>
            </a:r>
          </a:p>
        </p:txBody>
      </p:sp>
    </p:spTree>
    <p:extLst>
      <p:ext uri="{BB962C8B-B14F-4D97-AF65-F5344CB8AC3E}">
        <p14:creationId xmlns:p14="http://schemas.microsoft.com/office/powerpoint/2010/main" val="196575504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FAA664-692D-490E-BDB4-F5BE8B1F4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DC70F8-F5FC-434A-A603-EE89AC087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852A75-E71F-4FEC-84DD-F14B82995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162050"/>
            <a:ext cx="106299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10分の体験を、</a:t>
            </a:r>
          </a:p>
          <a:p xmlns:a="http://schemas.openxmlformats.org/drawingml/2006/main">
            <a: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21日間の練習へ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5FCE35-10B3-4AE9-9DCE-4655A621B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876675"/>
            <a:ext cx="2990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F8C923-6861-47CF-A408-EC0203D2B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95775"/>
            <a:ext cx="102108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rPr>
              <a:t>一つのフレーズで気づいた音を、別の文でも使えるように。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9A4326-9883-489B-9A9D-ED05959C5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6296025"/>
            <a:ext cx="742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rPr>
              <a:t>45</a:t>
            </a:r>
          </a:p>
        </p:txBody>
      </p:sp>
    </p:spTree>
    <p:extLst>
      <p:ext uri="{BB962C8B-B14F-4D97-AF65-F5344CB8AC3E}">
        <p14:creationId xmlns:p14="http://schemas.microsoft.com/office/powerpoint/2010/main" val="17772862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89B1B1-CD92-424C-AF78-52C2FA86E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D21B03-DE36-4033-9C4D-0E3DEF1A0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50E163-5335-4FAC-89E2-D0EB5FA9C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162050"/>
            <a:ext cx="106299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ご自身で続けるか、</a:t>
            </a:r>
          </a:p>
          <a:p xmlns:a="http://schemas.openxmlformats.org/drawingml/2006/main">
            <a:pPr algn="ctr">
              <a:def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3975" b="1">
                <a:solidFill>
                  <a:srgbClr val="202428"/>
                </a:solidFill>
                <a:latin typeface="Hiragino Kaku Gothic ProN"/>
                <a:ea typeface="Hiragino Kaku Gothic ProN"/>
                <a:cs typeface="Hiragino Kaku Gothic ProN"/>
              </a:rPr>
              <a:t>一緒に直すか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1E2100-A79F-4D70-995E-980146226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876675"/>
            <a:ext cx="2990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F0CDC7-0004-44C6-A47B-008955FBA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95775"/>
            <a:ext cx="102108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ctr">
              <a:def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175" b="0">
                <a:solidFill>
                  <a:srgbClr val="526B73"/>
                </a:solidFill>
                <a:latin typeface="Hiragino Kaku Gothic ProN"/>
                <a:ea typeface="Hiragino Kaku Gothic ProN"/>
                <a:cs typeface="Hiragino Kaku Gothic ProN"/>
              </a:rPr>
              <a:t>今日の音の気づきを、次の練習へ。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8530E9-86FA-4F43-BBD1-0F49FD3A0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6296025"/>
            <a:ext cx="742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1125" b="0">
                <a:solidFill>
                  <a:srgbClr val="536068"/>
                </a:solidFill>
                <a:latin typeface="Hiragino Kaku Gothic ProN"/>
                <a:ea typeface="Hiragino Kaku Gothic ProN"/>
                <a:cs typeface="Hiragino Kaku Gothic ProN"/>
              </a:rPr>
              <a:t>46</a:t>
            </a:r>
          </a:p>
        </p:txBody>
      </p:sp>
    </p:spTree>
    <p:extLst>
      <p:ext uri="{BB962C8B-B14F-4D97-AF65-F5344CB8AC3E}">
        <p14:creationId xmlns:p14="http://schemas.microsoft.com/office/powerpoint/2010/main" val="1620036819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20242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E01CB2-607B-4323-944E-56B6B5C91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914803-02A0-41A4-BC5C-62F4F52BA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1F0DD1-12D2-4FF1-B2A7-F3F4A9B86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106299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43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ctr">
              <a:defRPr sz="43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ctr">
              <a:defRPr sz="43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ctr">
              <a:defRPr sz="43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ctr">
              <a:defRPr sz="43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ctr">
              <a:defRPr sz="43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ctr">
              <a:defRPr sz="43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ctr">
              <a:defRPr sz="43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ctr">
              <a:defRPr sz="43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ctr">
              <a:defRPr sz="43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ctr">
              <a:defRPr sz="43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43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申込欄は、この動画の下です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3CDB4D-C7A8-4B71-9AF2-7EC9A66BA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905250"/>
            <a:ext cx="3009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0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FF93B2-B674-4515-AB02-E7453F564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10075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defPPr>
            <a:lvl1pPr algn="ctr">
              <a:defRPr sz="22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lvl1pPr>
            <a:lvl2pPr algn="ctr">
              <a:defRPr sz="22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lvl2pPr>
            <a:lvl3pPr algn="ctr">
              <a:defRPr sz="22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lvl3pPr>
            <a:lvl4pPr algn="ctr">
              <a:defRPr sz="22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lvl4pPr>
            <a:lvl5pPr algn="ctr">
              <a:defRPr sz="22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lvl5pPr>
            <a:lvl6pPr algn="ctr">
              <a:defRPr sz="22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lvl6pPr>
            <a:lvl7pPr algn="ctr">
              <a:defRPr sz="22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lvl7pPr>
            <a:lvl8pPr algn="ctr">
              <a:defRPr sz="22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lvl8pPr>
            <a:lvl9pPr algn="ctr">
              <a:defRPr sz="22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lvl9pPr>
          </a:lstStyle>
          <a:p xmlns:a="http://schemas.openxmlformats.org/drawingml/2006/main">
            <a:pPr algn="ctr">
              <a:defRPr sz="22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defRPr>
            </a:pPr>
            <a:r>
              <a:rPr sz="22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内容とお支払い額をご確認ください。</a:t>
            </a:r>
          </a:p>
        </p:txBody>
      </p:sp>
    </p:spTree>
    <p:extLst>
      <p:ext uri="{BB962C8B-B14F-4D97-AF65-F5344CB8AC3E}">
        <p14:creationId xmlns:p14="http://schemas.microsoft.com/office/powerpoint/2010/main" val="157018456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2026-10-26T09:39:55.5430000Z</dcterms:created>
  <dcterms:modified xsi:type="dcterms:W3CDTF">2026-10-26T09:39:55.5430000Z</dcterms:modified>
</coreProperties>
</file>