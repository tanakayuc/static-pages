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e9c4f59e1724d86" /><Relationship Type="http://schemas.openxmlformats.org/officeDocument/2006/relationships/extended-properties" Target="/docProps/app.xml" Id="R5d1526ac4ceb47e0" /><Relationship Type="http://schemas.openxmlformats.org/officeDocument/2006/relationships/officeDocument" Target="/ppt/presentation.xml" Id="R5613f444e421442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8e9cbb003f4401"/>
  </p:sldMasterIdLst>
  <p:notesMasterIdLst>
    <p:notesMasterId xmlns:r="http://schemas.openxmlformats.org/officeDocument/2006/relationships" r:id="Rb0485c4c66d44d0e"/>
  </p:notesMasterIdLst>
  <p:sldIdLst>
    <p:sldId xmlns:r="http://schemas.openxmlformats.org/officeDocument/2006/relationships" id="256" r:id="Ra34c1e347f92475c"/>
    <p:sldId xmlns:r="http://schemas.openxmlformats.org/officeDocument/2006/relationships" id="257" r:id="R05443ca004fa4e71"/>
    <p:sldId xmlns:r="http://schemas.openxmlformats.org/officeDocument/2006/relationships" id="258" r:id="Ra88ee006c3824d70"/>
    <p:sldId xmlns:r="http://schemas.openxmlformats.org/officeDocument/2006/relationships" id="259" r:id="R910bc9ba9d66403b"/>
    <p:sldId xmlns:r="http://schemas.openxmlformats.org/officeDocument/2006/relationships" id="260" r:id="Rb308d4bae3524bd9"/>
    <p:sldId xmlns:r="http://schemas.openxmlformats.org/officeDocument/2006/relationships" id="261" r:id="R74c9b069ad924e4d"/>
    <p:sldId xmlns:r="http://schemas.openxmlformats.org/officeDocument/2006/relationships" id="262" r:id="R4ca6d41edcd24021"/>
    <p:sldId xmlns:r="http://schemas.openxmlformats.org/officeDocument/2006/relationships" id="263" r:id="R0dc2c2ed96904da4"/>
    <p:sldId xmlns:r="http://schemas.openxmlformats.org/officeDocument/2006/relationships" id="264" r:id="R519ebd43d4894a40"/>
    <p:sldId xmlns:r="http://schemas.openxmlformats.org/officeDocument/2006/relationships" id="265" r:id="R08223551914841c3"/>
    <p:sldId xmlns:r="http://schemas.openxmlformats.org/officeDocument/2006/relationships" id="266" r:id="Rfe588ade8c654c68"/>
    <p:sldId xmlns:r="http://schemas.openxmlformats.org/officeDocument/2006/relationships" id="267" r:id="Rf78557a70474462f"/>
    <p:sldId xmlns:r="http://schemas.openxmlformats.org/officeDocument/2006/relationships" id="268" r:id="Rba5b4e14da1e4919"/>
    <p:sldId xmlns:r="http://schemas.openxmlformats.org/officeDocument/2006/relationships" id="269" r:id="R9ec7fb22a79a4048"/>
    <p:sldId xmlns:r="http://schemas.openxmlformats.org/officeDocument/2006/relationships" id="270" r:id="R8f9fa737191a4c7e"/>
    <p:sldId xmlns:r="http://schemas.openxmlformats.org/officeDocument/2006/relationships" id="271" r:id="Rc5306026743f48d8"/>
    <p:sldId xmlns:r="http://schemas.openxmlformats.org/officeDocument/2006/relationships" id="272" r:id="R37eb26f753154d18"/>
    <p:sldId xmlns:r="http://schemas.openxmlformats.org/officeDocument/2006/relationships" id="273" r:id="R925d56e47e234215"/>
    <p:sldId xmlns:r="http://schemas.openxmlformats.org/officeDocument/2006/relationships" id="274" r:id="R2ad6329c05df4644"/>
    <p:sldId xmlns:r="http://schemas.openxmlformats.org/officeDocument/2006/relationships" id="275" r:id="Ra1664cde50bf4c21"/>
    <p:sldId xmlns:r="http://schemas.openxmlformats.org/officeDocument/2006/relationships" id="276" r:id="Raeb6701dd5bd400b"/>
    <p:sldId xmlns:r="http://schemas.openxmlformats.org/officeDocument/2006/relationships" id="277" r:id="R4745a6473a7f4a6a"/>
    <p:sldId xmlns:r="http://schemas.openxmlformats.org/officeDocument/2006/relationships" id="278" r:id="R6d172d4d609f4414"/>
    <p:sldId xmlns:r="http://schemas.openxmlformats.org/officeDocument/2006/relationships" id="279" r:id="R119be67bf0724840"/>
    <p:sldId xmlns:r="http://schemas.openxmlformats.org/officeDocument/2006/relationships" id="280" r:id="Rd4705da0627e4c87"/>
    <p:sldId xmlns:r="http://schemas.openxmlformats.org/officeDocument/2006/relationships" id="281" r:id="Rb7e35366b2e948e5"/>
    <p:sldId xmlns:r="http://schemas.openxmlformats.org/officeDocument/2006/relationships" id="282" r:id="R4a636865aaad469d"/>
    <p:sldId xmlns:r="http://schemas.openxmlformats.org/officeDocument/2006/relationships" id="283" r:id="R90f33caa4a5f4bb4"/>
    <p:sldId xmlns:r="http://schemas.openxmlformats.org/officeDocument/2006/relationships" id="284" r:id="Re86c5c61a0bf4711"/>
    <p:sldId xmlns:r="http://schemas.openxmlformats.org/officeDocument/2006/relationships" id="285" r:id="R790c6daf4f4f41d9"/>
    <p:sldId xmlns:r="http://schemas.openxmlformats.org/officeDocument/2006/relationships" id="286" r:id="Rd4f905cbe54e4b8c"/>
    <p:sldId xmlns:r="http://schemas.openxmlformats.org/officeDocument/2006/relationships" id="287" r:id="R6bf6ae9df8a14e43"/>
    <p:sldId xmlns:r="http://schemas.openxmlformats.org/officeDocument/2006/relationships" id="288" r:id="Rd0f067e11d804fe8"/>
    <p:sldId xmlns:r="http://schemas.openxmlformats.org/officeDocument/2006/relationships" id="289" r:id="R262ec8dc01744137"/>
    <p:sldId xmlns:r="http://schemas.openxmlformats.org/officeDocument/2006/relationships" id="290" r:id="Rd282f92725644aee"/>
    <p:sldId xmlns:r="http://schemas.openxmlformats.org/officeDocument/2006/relationships" id="291" r:id="R3686752fafac4bf8"/>
    <p:sldId xmlns:r="http://schemas.openxmlformats.org/officeDocument/2006/relationships" id="292" r:id="R551636e5324e471a"/>
    <p:sldId xmlns:r="http://schemas.openxmlformats.org/officeDocument/2006/relationships" id="293" r:id="Rb8af5fc8913543d7"/>
    <p:sldId xmlns:r="http://schemas.openxmlformats.org/officeDocument/2006/relationships" id="294" r:id="R1f4c9fd0af814a1a"/>
    <p:sldId xmlns:r="http://schemas.openxmlformats.org/officeDocument/2006/relationships" id="295" r:id="Rb36ad334d72d4254"/>
    <p:sldId xmlns:r="http://schemas.openxmlformats.org/officeDocument/2006/relationships" id="296" r:id="R194318fc48164118"/>
    <p:sldId xmlns:r="http://schemas.openxmlformats.org/officeDocument/2006/relationships" id="297" r:id="R83f1d837929f4aa8"/>
    <p:sldId xmlns:r="http://schemas.openxmlformats.org/officeDocument/2006/relationships" id="298" r:id="Ra8951d17ffc847db"/>
    <p:sldId xmlns:r="http://schemas.openxmlformats.org/officeDocument/2006/relationships" id="299" r:id="R71ae3487bc0442fe"/>
    <p:sldId xmlns:r="http://schemas.openxmlformats.org/officeDocument/2006/relationships" id="300" r:id="R08bcd4e4bd104180"/>
    <p:sldId xmlns:r="http://schemas.openxmlformats.org/officeDocument/2006/relationships" id="301" r:id="Raf944e0c61114932"/>
    <p:sldId xmlns:r="http://schemas.openxmlformats.org/officeDocument/2006/relationships" id="302" r:id="Rac799cafbeb34f8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7fb0ab3c3fc477f" /><Relationship Type="http://schemas.openxmlformats.org/officeDocument/2006/relationships/slideMaster" Target="/ppt/slideMasters/slideMaster1.xml" Id="R718e9cbb003f4401" /><Relationship Type="http://schemas.openxmlformats.org/officeDocument/2006/relationships/notesMaster" Target="/ppt/notesMasters/notesMaster1.xml" Id="Rb0485c4c66d44d0e" /><Relationship Type="http://schemas.openxmlformats.org/officeDocument/2006/relationships/presProps" Target="/ppt/presProps.xml" Id="R5eea0b9c570b4d9e" /><Relationship Type="http://schemas.openxmlformats.org/officeDocument/2006/relationships/tableStyles" Target="/ppt/tableStyles.xml" Id="R9dcbf4cd09b5434f" /><Relationship Type="http://schemas.openxmlformats.org/officeDocument/2006/relationships/slide" Target="/ppt/slides/slide1.xml" Id="Ra34c1e347f92475c" /><Relationship Type="http://schemas.openxmlformats.org/officeDocument/2006/relationships/slide" Target="/ppt/slides/slide2.xml" Id="R05443ca004fa4e71" /><Relationship Type="http://schemas.openxmlformats.org/officeDocument/2006/relationships/slide" Target="/ppt/slides/slide3.xml" Id="Ra88ee006c3824d70" /><Relationship Type="http://schemas.openxmlformats.org/officeDocument/2006/relationships/slide" Target="/ppt/slides/slide4.xml" Id="R910bc9ba9d66403b" /><Relationship Type="http://schemas.openxmlformats.org/officeDocument/2006/relationships/slide" Target="/ppt/slides/slide5.xml" Id="Rb308d4bae3524bd9" /><Relationship Type="http://schemas.openxmlformats.org/officeDocument/2006/relationships/slide" Target="/ppt/slides/slide6.xml" Id="R74c9b069ad924e4d" /><Relationship Type="http://schemas.openxmlformats.org/officeDocument/2006/relationships/slide" Target="/ppt/slides/slide7.xml" Id="R4ca6d41edcd24021" /><Relationship Type="http://schemas.openxmlformats.org/officeDocument/2006/relationships/slide" Target="/ppt/slides/slide8.xml" Id="R0dc2c2ed96904da4" /><Relationship Type="http://schemas.openxmlformats.org/officeDocument/2006/relationships/slide" Target="/ppt/slides/slide9.xml" Id="R519ebd43d4894a40" /><Relationship Type="http://schemas.openxmlformats.org/officeDocument/2006/relationships/slide" Target="/ppt/slides/slide10.xml" Id="R08223551914841c3" /><Relationship Type="http://schemas.openxmlformats.org/officeDocument/2006/relationships/slide" Target="/ppt/slides/slide11.xml" Id="Rfe588ade8c654c68" /><Relationship Type="http://schemas.openxmlformats.org/officeDocument/2006/relationships/slide" Target="/ppt/slides/slide12.xml" Id="Rf78557a70474462f" /><Relationship Type="http://schemas.openxmlformats.org/officeDocument/2006/relationships/slide" Target="/ppt/slides/slide13.xml" Id="Rba5b4e14da1e4919" /><Relationship Type="http://schemas.openxmlformats.org/officeDocument/2006/relationships/slide" Target="/ppt/slides/slide14.xml" Id="R9ec7fb22a79a4048" /><Relationship Type="http://schemas.openxmlformats.org/officeDocument/2006/relationships/slide" Target="/ppt/slides/slide15.xml" Id="R8f9fa737191a4c7e" /><Relationship Type="http://schemas.openxmlformats.org/officeDocument/2006/relationships/slide" Target="/ppt/slides/slide16.xml" Id="Rc5306026743f48d8" /><Relationship Type="http://schemas.openxmlformats.org/officeDocument/2006/relationships/slide" Target="/ppt/slides/slide17.xml" Id="R37eb26f753154d18" /><Relationship Type="http://schemas.openxmlformats.org/officeDocument/2006/relationships/slide" Target="/ppt/slides/slide18.xml" Id="R925d56e47e234215" /><Relationship Type="http://schemas.openxmlformats.org/officeDocument/2006/relationships/slide" Target="/ppt/slides/slide19.xml" Id="R2ad6329c05df4644" /><Relationship Type="http://schemas.openxmlformats.org/officeDocument/2006/relationships/slide" Target="/ppt/slides/slide20.xml" Id="Ra1664cde50bf4c21" /><Relationship Type="http://schemas.openxmlformats.org/officeDocument/2006/relationships/slide" Target="/ppt/slides/slide21.xml" Id="Raeb6701dd5bd400b" /><Relationship Type="http://schemas.openxmlformats.org/officeDocument/2006/relationships/slide" Target="/ppt/slides/slide22.xml" Id="R4745a6473a7f4a6a" /><Relationship Type="http://schemas.openxmlformats.org/officeDocument/2006/relationships/slide" Target="/ppt/slides/slide23.xml" Id="R6d172d4d609f4414" /><Relationship Type="http://schemas.openxmlformats.org/officeDocument/2006/relationships/slide" Target="/ppt/slides/slide24.xml" Id="R119be67bf0724840" /><Relationship Type="http://schemas.openxmlformats.org/officeDocument/2006/relationships/slide" Target="/ppt/slides/slide25.xml" Id="Rd4705da0627e4c87" /><Relationship Type="http://schemas.openxmlformats.org/officeDocument/2006/relationships/slide" Target="/ppt/slides/slide26.xml" Id="Rb7e35366b2e948e5" /><Relationship Type="http://schemas.openxmlformats.org/officeDocument/2006/relationships/slide" Target="/ppt/slides/slide27.xml" Id="R4a636865aaad469d" /><Relationship Type="http://schemas.openxmlformats.org/officeDocument/2006/relationships/slide" Target="/ppt/slides/slide28.xml" Id="R90f33caa4a5f4bb4" /><Relationship Type="http://schemas.openxmlformats.org/officeDocument/2006/relationships/slide" Target="/ppt/slides/slide29.xml" Id="Re86c5c61a0bf4711" /><Relationship Type="http://schemas.openxmlformats.org/officeDocument/2006/relationships/slide" Target="/ppt/slides/slide30.xml" Id="R790c6daf4f4f41d9" /><Relationship Type="http://schemas.openxmlformats.org/officeDocument/2006/relationships/slide" Target="/ppt/slides/slide31.xml" Id="Rd4f905cbe54e4b8c" /><Relationship Type="http://schemas.openxmlformats.org/officeDocument/2006/relationships/slide" Target="/ppt/slides/slide32.xml" Id="R6bf6ae9df8a14e43" /><Relationship Type="http://schemas.openxmlformats.org/officeDocument/2006/relationships/slide" Target="/ppt/slides/slide33.xml" Id="Rd0f067e11d804fe8" /><Relationship Type="http://schemas.openxmlformats.org/officeDocument/2006/relationships/slide" Target="/ppt/slides/slide34.xml" Id="R262ec8dc01744137" /><Relationship Type="http://schemas.openxmlformats.org/officeDocument/2006/relationships/slide" Target="/ppt/slides/slide35.xml" Id="Rd282f92725644aee" /><Relationship Type="http://schemas.openxmlformats.org/officeDocument/2006/relationships/slide" Target="/ppt/slides/slide36.xml" Id="R3686752fafac4bf8" /><Relationship Type="http://schemas.openxmlformats.org/officeDocument/2006/relationships/slide" Target="/ppt/slides/slide37.xml" Id="R551636e5324e471a" /><Relationship Type="http://schemas.openxmlformats.org/officeDocument/2006/relationships/slide" Target="/ppt/slides/slide38.xml" Id="Rb8af5fc8913543d7" /><Relationship Type="http://schemas.openxmlformats.org/officeDocument/2006/relationships/slide" Target="/ppt/slides/slide39.xml" Id="R1f4c9fd0af814a1a" /><Relationship Type="http://schemas.openxmlformats.org/officeDocument/2006/relationships/slide" Target="/ppt/slides/slide40.xml" Id="Rb36ad334d72d4254" /><Relationship Type="http://schemas.openxmlformats.org/officeDocument/2006/relationships/slide" Target="/ppt/slides/slide41.xml" Id="R194318fc48164118" /><Relationship Type="http://schemas.openxmlformats.org/officeDocument/2006/relationships/slide" Target="/ppt/slides/slide42.xml" Id="R83f1d837929f4aa8" /><Relationship Type="http://schemas.openxmlformats.org/officeDocument/2006/relationships/slide" Target="/ppt/slides/slide43.xml" Id="Ra8951d17ffc847db" /><Relationship Type="http://schemas.openxmlformats.org/officeDocument/2006/relationships/slide" Target="/ppt/slides/slide44.xml" Id="R71ae3487bc0442fe" /><Relationship Type="http://schemas.openxmlformats.org/officeDocument/2006/relationships/slide" Target="/ppt/slides/slide45.xml" Id="R08bcd4e4bd104180" /><Relationship Type="http://schemas.openxmlformats.org/officeDocument/2006/relationships/slide" Target="/ppt/slides/slide46.xml" Id="Raf944e0c61114932" /><Relationship Type="http://schemas.openxmlformats.org/officeDocument/2006/relationships/slide" Target="/ppt/slides/slide47.xml" Id="Rac799cafbeb34f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d506cd968aa4e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3ad1a68b0e41a2" /><Relationship Type="http://schemas.openxmlformats.org/officeDocument/2006/relationships/notesMaster" Target="/ppt/notesMasters/notesMaster1.xml" Id="R3b4c50e983864f0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3a796ec86a242b7" /><Relationship Type="http://schemas.openxmlformats.org/officeDocument/2006/relationships/notesMaster" Target="/ppt/notesMasters/notesMaster1.xml" Id="R747c76c91381406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370383ac2bd414e" /><Relationship Type="http://schemas.openxmlformats.org/officeDocument/2006/relationships/notesMaster" Target="/ppt/notesMasters/notesMaster1.xml" Id="Rcefa77e84154431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dd5b3906e934b5a" /><Relationship Type="http://schemas.openxmlformats.org/officeDocument/2006/relationships/notesMaster" Target="/ppt/notesMasters/notesMaster1.xml" Id="R61e4fc188a93457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cf3d8a671f446b2" /><Relationship Type="http://schemas.openxmlformats.org/officeDocument/2006/relationships/notesMaster" Target="/ppt/notesMasters/notesMaster1.xml" Id="Ref3f19e0a27944e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9ac590ea7844f02" /><Relationship Type="http://schemas.openxmlformats.org/officeDocument/2006/relationships/notesMaster" Target="/ppt/notesMasters/notesMaster1.xml" Id="Raa54248710aa4d3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adb8e6cd12c4e34" /><Relationship Type="http://schemas.openxmlformats.org/officeDocument/2006/relationships/notesMaster" Target="/ppt/notesMasters/notesMaster1.xml" Id="R67d76c365c02425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02d1700f9af45b7" /><Relationship Type="http://schemas.openxmlformats.org/officeDocument/2006/relationships/notesMaster" Target="/ppt/notesMasters/notesMaster1.xml" Id="R539c423cf2b84d6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c5f2e5f8af14f26" /><Relationship Type="http://schemas.openxmlformats.org/officeDocument/2006/relationships/notesMaster" Target="/ppt/notesMasters/notesMaster1.xml" Id="R80fab00d465245b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b712ed7b7d24986" /><Relationship Type="http://schemas.openxmlformats.org/officeDocument/2006/relationships/notesMaster" Target="/ppt/notesMasters/notesMaster1.xml" Id="Rb997c9f8ec98402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467861ae8304336" /><Relationship Type="http://schemas.openxmlformats.org/officeDocument/2006/relationships/notesMaster" Target="/ppt/notesMasters/notesMaster1.xml" Id="R1db71e09b7b5490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8d45e3c6dc04207" /><Relationship Type="http://schemas.openxmlformats.org/officeDocument/2006/relationships/notesMaster" Target="/ppt/notesMasters/notesMaster1.xml" Id="Rc42b4a12db82412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5f2cd50f3e3461b" /><Relationship Type="http://schemas.openxmlformats.org/officeDocument/2006/relationships/notesMaster" Target="/ppt/notesMasters/notesMaster1.xml" Id="Rf84cd689df0b424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38401194f504228" /><Relationship Type="http://schemas.openxmlformats.org/officeDocument/2006/relationships/notesMaster" Target="/ppt/notesMasters/notesMaster1.xml" Id="R747fbb058dc5461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29ba7d98ef64ab6" /><Relationship Type="http://schemas.openxmlformats.org/officeDocument/2006/relationships/notesMaster" Target="/ppt/notesMasters/notesMaster1.xml" Id="R51c6e07615f24ce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4bfe1ac4b7c4692" /><Relationship Type="http://schemas.openxmlformats.org/officeDocument/2006/relationships/notesMaster" Target="/ppt/notesMasters/notesMaster1.xml" Id="Reb8d1577ecc949e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5b7bcf5de494941" /><Relationship Type="http://schemas.openxmlformats.org/officeDocument/2006/relationships/notesMaster" Target="/ppt/notesMasters/notesMaster1.xml" Id="R042133ab8b2b4be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3d994a5db17416c" /><Relationship Type="http://schemas.openxmlformats.org/officeDocument/2006/relationships/notesMaster" Target="/ppt/notesMasters/notesMaster1.xml" Id="Rda2a4ba576c044c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426555992194977" /><Relationship Type="http://schemas.openxmlformats.org/officeDocument/2006/relationships/notesMaster" Target="/ppt/notesMasters/notesMaster1.xml" Id="R4e550f0423674a0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ef5590005a94ba0" /><Relationship Type="http://schemas.openxmlformats.org/officeDocument/2006/relationships/notesMaster" Target="/ppt/notesMasters/notesMaster1.xml" Id="R8cdb823f9ad34ac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00c07e395d249d4" /><Relationship Type="http://schemas.openxmlformats.org/officeDocument/2006/relationships/notesMaster" Target="/ppt/notesMasters/notesMaster1.xml" Id="R0a45a3a228e3410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ffe1ee3b9644acb" /><Relationship Type="http://schemas.openxmlformats.org/officeDocument/2006/relationships/notesMaster" Target="/ppt/notesMasters/notesMaster1.xml" Id="Rab0a33b43b8549b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4f987f534b34ed1" /><Relationship Type="http://schemas.openxmlformats.org/officeDocument/2006/relationships/notesMaster" Target="/ppt/notesMasters/notesMaster1.xml" Id="R7fbdfb0e00d94e1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0a17eaf3fad42e9" /><Relationship Type="http://schemas.openxmlformats.org/officeDocument/2006/relationships/notesMaster" Target="/ppt/notesMasters/notesMaster1.xml" Id="R44ebac854ef84ec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1d5bd4ee3914192" /><Relationship Type="http://schemas.openxmlformats.org/officeDocument/2006/relationships/notesMaster" Target="/ppt/notesMasters/notesMaster1.xml" Id="R873d0d24430a460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ee9ba1220424565" /><Relationship Type="http://schemas.openxmlformats.org/officeDocument/2006/relationships/notesMaster" Target="/ppt/notesMasters/notesMaster1.xml" Id="R0b635ed900044c9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b25039b183e472f" /><Relationship Type="http://schemas.openxmlformats.org/officeDocument/2006/relationships/notesMaster" Target="/ppt/notesMasters/notesMaster1.xml" Id="R94f83b9882924b73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ad6f7dea11747e1" /><Relationship Type="http://schemas.openxmlformats.org/officeDocument/2006/relationships/notesMaster" Target="/ppt/notesMasters/notesMaster1.xml" Id="Rf52313f66a2c4b3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14c54b3edb24859" /><Relationship Type="http://schemas.openxmlformats.org/officeDocument/2006/relationships/notesMaster" Target="/ppt/notesMasters/notesMaster1.xml" Id="R4654228273bb491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efef303b4624441" /><Relationship Type="http://schemas.openxmlformats.org/officeDocument/2006/relationships/notesMaster" Target="/ppt/notesMasters/notesMaster1.xml" Id="R27c18a264fa84adf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89a772e97cd4ead" /><Relationship Type="http://schemas.openxmlformats.org/officeDocument/2006/relationships/notesMaster" Target="/ppt/notesMasters/notesMaster1.xml" Id="R818f7e4902df428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3a3c468fbc714aab" /><Relationship Type="http://schemas.openxmlformats.org/officeDocument/2006/relationships/notesMaster" Target="/ppt/notesMasters/notesMaster1.xml" Id="Rde21ef796bd246af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6b851fabad7449a0" /><Relationship Type="http://schemas.openxmlformats.org/officeDocument/2006/relationships/notesMaster" Target="/ppt/notesMasters/notesMaster1.xml" Id="R18db6e7acbf74628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615feba40b2a4b5f" /><Relationship Type="http://schemas.openxmlformats.org/officeDocument/2006/relationships/notesMaster" Target="/ppt/notesMasters/notesMaster1.xml" Id="Rf17452c0c9334ec0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4a52a7f8ad3b4efc" /><Relationship Type="http://schemas.openxmlformats.org/officeDocument/2006/relationships/notesMaster" Target="/ppt/notesMasters/notesMaster1.xml" Id="Re8b1b4dc65f5471b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c0c0a1776f6742a9" /><Relationship Type="http://schemas.openxmlformats.org/officeDocument/2006/relationships/notesMaster" Target="/ppt/notesMasters/notesMaster1.xml" Id="Re23a70a8ae444d8f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6ba7d49650ed487a" /><Relationship Type="http://schemas.openxmlformats.org/officeDocument/2006/relationships/notesMaster" Target="/ppt/notesMasters/notesMaster1.xml" Id="R1be85036ecf745ea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c0c2f0216efb4b4c" /><Relationship Type="http://schemas.openxmlformats.org/officeDocument/2006/relationships/notesMaster" Target="/ppt/notesMasters/notesMaster1.xml" Id="R4c95bb156c974211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b0fb374ca5904e81" /><Relationship Type="http://schemas.openxmlformats.org/officeDocument/2006/relationships/notesMaster" Target="/ppt/notesMasters/notesMaster1.xml" Id="R6ec59ac214154c1a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e2645619a3ef44c1" /><Relationship Type="http://schemas.openxmlformats.org/officeDocument/2006/relationships/notesMaster" Target="/ppt/notesMasters/notesMaster1.xml" Id="Rc72b4b7554f54a03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8c80c342d5c74e6a" /><Relationship Type="http://schemas.openxmlformats.org/officeDocument/2006/relationships/notesMaster" Target="/ppt/notesMasters/notesMaster1.xml" Id="R2d0490e1136d4f10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980363ac6fbf4a90" /><Relationship Type="http://schemas.openxmlformats.org/officeDocument/2006/relationships/notesMaster" Target="/ppt/notesMasters/notesMaster1.xml" Id="R2866306775db4717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3c2552d1c320452a" /><Relationship Type="http://schemas.openxmlformats.org/officeDocument/2006/relationships/notesMaster" Target="/ppt/notesMasters/notesMaster1.xml" Id="Raf24449f508646ea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a84473eb185a4e2d" /><Relationship Type="http://schemas.openxmlformats.org/officeDocument/2006/relationships/notesMaster" Target="/ppt/notesMasters/notesMaster1.xml" Id="R82cd598023474890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256fc221111f415d" /><Relationship Type="http://schemas.openxmlformats.org/officeDocument/2006/relationships/notesMaster" Target="/ppt/notesMasters/notesMaster1.xml" Id="R8b60354953e44a19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b9580fe87bf7477c" /><Relationship Type="http://schemas.openxmlformats.org/officeDocument/2006/relationships/notesMaster" Target="/ppt/notesMasters/notesMaster1.xml" Id="R33d8cc81f4434679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f1e2b9e5300d4dbf" /><Relationship Type="http://schemas.openxmlformats.org/officeDocument/2006/relationships/notesMaster" Target="/ppt/notesMasters/notesMaster1.xml" Id="R9b47a443f43b4a5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0:00–4:00。坪田まゆみが挨拶。10分で一つのフレーズの聞こえ方を比べる体験を約束する。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LPと同じ悩みを提示。相手の発言を聞き逃して返答が止まる場面を話す。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約10分のワークの予告。全ての英語が聞こえる保証ではなく、一つのフレーズの前後比較である。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4:00–10:00。数字と肩書は最新プロフィールに基づく。本人の実写真を使用。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2026-10-26の坪田さん本人のミーティング談。girlの細かな音の再現は本人の収録で決める。企業研修・コーチング・講師指導の実績は前後の発話で話す。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議題と資料は分かっていても、発言の一語を拾えない場面を描く。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勉強量を増やす前に自分の課題を分ける必要を説明。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10:00–18:00。音のズレの一般説明。ここでは音声Aの英文を表示しない。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英語の強弱の概念を、特定のワーク英文を明かさずに説明する。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聞こえない原因を音の予測のズレとして説明。語彙や意味が原因の場合もある。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化石化は全員が必ず悪化する意味ではない。必要以上に不安をあおらない。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この順番をワークと講座の共通言語にする。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教育研究のフィードバック分析は「内容で働きが変わる」根拠。出典：Wisniewskiほか（2020）, Frontiers in Psychology, https://www.frontiersin.org/journals/psychology/articles/10.3389/fpsyg.2019.03087/full 。坪田講座の効果証明にはしない。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18:00–21:00。音声Aを出す前の準備。録音できなくても声に出すだけで進められる。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英文と意味をまだ見せない。正解を急がせない。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21:00–33:00。音声A He must have been busy. を字幕なしで2回。初回と後の26枚目は同じ音声ファイルを使う。各回後に台本どおり待機。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忙しい等の語が拾えたか。個人の反応を決めつけない。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音声Aの英文をここで初めて表示。文字なら分かるかを確認する。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強弱の説明は坪田さんの実際の発話に合わせ、複数の自然な言い方を否定しない。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坪田さんがゆっくり版と自然な版を実演。字幕は発話と同期。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聞き分けの対象を一箇所に絞る。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発声待ちを3回。画面は発声中そのまま保持。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強いところと弱く短くなるところを意識して発声。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録音・再生に約60秒。録音が難しければ長さと切れ目を意識して発声。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全部の音を一度に採点しない。見本と違う部分を一つだけ選ぶ。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16枚目と完全に同一の音声Aを字幕なしで再生。理解・記憶の影響があるため、この一回で全体の聞き取り改善と断定しない。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音声B It must have been a long meeting. を英文非表示で2回。Aと違う文で確かめる。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英文Bをここで初めて表示。must have been を見つけたか確認し、一度声に出す。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33:00–40:00。どの結果も価値があることを伝え、練習の選び方に進む。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一文の体験を他の文へ広げる。会議全体が聞こえる保証にしない。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聞こえなかったことを失敗扱いしない。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発音が主因でない場合は語彙や文の意味を先に見る。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AIは英文の説明や会話練習に役立つ。音を扱えないとは言わない。今日のワークで実践したように、実際の練習を続ける環境が必要だと話す。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40:00–53:00。ここで商品名を初めて大きく表示する。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診断未購入者は初回60分。診断購入者は購入済みの診断45分を初回サポートとして実施。仕事の場面と音の課題を確認する。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カリキュラムの順番。日数と教材の表示は商品正本に合わせる。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販売ページで使用済みの坪田学習アプリ画面。細かい本文を読ませず、毎日の進め方を見せる。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実際に教材にある仕事の英語例文を、坪田さんが一つ紹介する。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提出音声への添削は合計3回。毎日の録音全部を坪田さんが見る意味ではない。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21日間後の見直し。全ての英語が聞こえる保証をしない。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診断未購入者は60分×2回。診断購入者は購入済みの診断45分＋終了後60分。アプリは初回後30日間閲覧。会員サイトはない。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AIとの比較は説明の有無ではなく実践の仕組み。AIを教材や採点には使わない。学習経験者向けであることも話す。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53:00–57:00。視聴中価格の条件は実際の配信・決済時刻と一致させる。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購入済み診断45分が初回サポート。終了後60分と音声添削3回を含む。診断購入者には追加33,820円の決済を表示。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一日の学習は平均15–20分程度が目安。「10ミニッツ」は総学習時間10分の保証ではない。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57:00–60:00。自分で別文へ広げる道と、坪田さんの見立て・添削で進む道を示す。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通常/診断購入者で動画本編は共通。ページ下の申込欄と決済額を購入状態で分岐させる。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dcb8cd928f424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3df7544839460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4d80d1efe942e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0757d4d05c41b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c4f78c56984e3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bb2a4f4524444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964527F-1DC5-4FE4-8B2F-0450D2F319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BEF3691-CE02-4295-9E99-F6487EE785A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509D655-5E13-48A4-A83B-B917CC2B34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4BA4C67-FADA-4FFC-82E7-50BDA02CCF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B26D5EF-EDB8-4C4D-AB4D-ECB4F99F2B1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19F81D9-CCB1-4EAA-9679-A04BD90352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968763D-DC6F-4A75-AFD2-C6F377F8AD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2B388BD-FBD3-46D0-A16A-7F06A5096C1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088E9F1-E65D-4570-BD25-000A7C7AB1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C072DF5-CAD6-4098-A2C7-18D2049C725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9e091500eb74e85" /><Relationship Type="http://schemas.openxmlformats.org/officeDocument/2006/relationships/slideLayout" Target="/ppt/slideLayouts/slideLayout1.xml" Id="R7a85354eea07466a" /><Relationship Type="http://schemas.openxmlformats.org/officeDocument/2006/relationships/slideLayout" Target="/ppt/slideLayouts/slideLayout2.xml" Id="R448d1c7351044bb5" /><Relationship Type="http://schemas.openxmlformats.org/officeDocument/2006/relationships/slideLayout" Target="/ppt/slideLayouts/slideLayout3.xml" Id="R5882f67304244cda" /><Relationship Type="http://schemas.openxmlformats.org/officeDocument/2006/relationships/slideLayout" Target="/ppt/slideLayouts/slideLayout4.xml" Id="R888eaf1421454f86" /><Relationship Type="http://schemas.openxmlformats.org/officeDocument/2006/relationships/slideLayout" Target="/ppt/slideLayouts/slideLayout5.xml" Id="R34521c4cce0d474c" /><Relationship Type="http://schemas.openxmlformats.org/officeDocument/2006/relationships/slideLayout" Target="/ppt/slideLayouts/slideLayout6.xml" Id="Re5759258e8f4430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85354eea07466a"/>
    <p:sldLayoutId xmlns:r="http://schemas.openxmlformats.org/officeDocument/2006/relationships" id="2147483650" r:id="R448d1c7351044bb5"/>
    <p:sldLayoutId xmlns:r="http://schemas.openxmlformats.org/officeDocument/2006/relationships" id="2147483651" r:id="R5882f67304244cda"/>
    <p:sldLayoutId xmlns:r="http://schemas.openxmlformats.org/officeDocument/2006/relationships" id="2147483652" r:id="R888eaf1421454f86"/>
    <p:sldLayoutId xmlns:r="http://schemas.openxmlformats.org/officeDocument/2006/relationships" id="2147483653" r:id="R34521c4cce0d474c"/>
    <p:sldLayoutId xmlns:r="http://schemas.openxmlformats.org/officeDocument/2006/relationships" id="2147483654" r:id="Re5759258e8f4430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e47cf0827749c7" /><Relationship Type="http://schemas.openxmlformats.org/officeDocument/2006/relationships/notesSlide" Target="/ppt/notesSlides/notesSlide1.xml" Id="R97b19363a6b8439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a5e76e3e8f4c74" /><Relationship Type="http://schemas.openxmlformats.org/officeDocument/2006/relationships/notesSlide" Target="/ppt/notesSlides/notesSlide2.xml" Id="Rfefb3d4985da4ef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15cfae28e04971" /><Relationship Type="http://schemas.openxmlformats.org/officeDocument/2006/relationships/notesSlide" Target="/ppt/notesSlides/notesSlide3.xml" Id="R90300732803a4e1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ceb18eb2274935" /><Relationship Type="http://schemas.openxmlformats.org/officeDocument/2006/relationships/image" Target="/ppt/media/image.png" Id="R3e181e6c979b48de" /><Relationship Type="http://schemas.openxmlformats.org/officeDocument/2006/relationships/notesSlide" Target="/ppt/notesSlides/notesSlide4.xml" Id="R5f140ee09eff41a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4e06bd86844357" /><Relationship Type="http://schemas.openxmlformats.org/officeDocument/2006/relationships/notesSlide" Target="/ppt/notesSlides/notesSlide5.xml" Id="R40f1b335cdf140a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75fb1af9234443" /><Relationship Type="http://schemas.openxmlformats.org/officeDocument/2006/relationships/notesSlide" Target="/ppt/notesSlides/notesSlide6.xml" Id="R96fea9ebcc9f417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4cfa1e7e434b35" /><Relationship Type="http://schemas.openxmlformats.org/officeDocument/2006/relationships/notesSlide" Target="/ppt/notesSlides/notesSlide7.xml" Id="R8c32f54c5db8440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2ccbd8465b4a00" /><Relationship Type="http://schemas.openxmlformats.org/officeDocument/2006/relationships/notesSlide" Target="/ppt/notesSlides/notesSlide8.xml" Id="R044998f3d58b48d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2e1ccd78384ea9" /><Relationship Type="http://schemas.openxmlformats.org/officeDocument/2006/relationships/notesSlide" Target="/ppt/notesSlides/notesSlide9.xml" Id="Re058cca10e98424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554a1963f749e8" /><Relationship Type="http://schemas.openxmlformats.org/officeDocument/2006/relationships/notesSlide" Target="/ppt/notesSlides/notesSlide10.xml" Id="R9d5c9bf2b74c412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2248d81c544de7" /><Relationship Type="http://schemas.openxmlformats.org/officeDocument/2006/relationships/notesSlide" Target="/ppt/notesSlides/notesSlide11.xml" Id="R9be2426af62e4e5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72548c52e34ff5" /><Relationship Type="http://schemas.openxmlformats.org/officeDocument/2006/relationships/notesSlide" Target="/ppt/notesSlides/notesSlide12.xml" Id="R8dc74ab037e44c0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b28f42c0774af7" /><Relationship Type="http://schemas.openxmlformats.org/officeDocument/2006/relationships/notesSlide" Target="/ppt/notesSlides/notesSlide13.xml" Id="Rb7bfe9d158244d1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419360c8724202" /><Relationship Type="http://schemas.openxmlformats.org/officeDocument/2006/relationships/notesSlide" Target="/ppt/notesSlides/notesSlide14.xml" Id="R00d78e1ef0ce483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461fe9918549f4" /><Relationship Type="http://schemas.openxmlformats.org/officeDocument/2006/relationships/notesSlide" Target="/ppt/notesSlides/notesSlide15.xml" Id="R3f95bad3c6cc452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86ab4e48ba4189" /><Relationship Type="http://schemas.openxmlformats.org/officeDocument/2006/relationships/notesSlide" Target="/ppt/notesSlides/notesSlide16.xml" Id="R737ba944afe34ac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64ca3c8c004dde" /><Relationship Type="http://schemas.openxmlformats.org/officeDocument/2006/relationships/notesSlide" Target="/ppt/notesSlides/notesSlide17.xml" Id="Rad0c1f4bbd62405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3f17bcbfad4516" /><Relationship Type="http://schemas.openxmlformats.org/officeDocument/2006/relationships/notesSlide" Target="/ppt/notesSlides/notesSlide18.xml" Id="Ra08343b219c0467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cb6c318f6b4ce3" /><Relationship Type="http://schemas.openxmlformats.org/officeDocument/2006/relationships/notesSlide" Target="/ppt/notesSlides/notesSlide19.xml" Id="Rdf0d2b0581004dc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99bf809fe949b8" /><Relationship Type="http://schemas.openxmlformats.org/officeDocument/2006/relationships/notesSlide" Target="/ppt/notesSlides/notesSlide20.xml" Id="R6f2d593d527a4a6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d320ce80d74750" /><Relationship Type="http://schemas.openxmlformats.org/officeDocument/2006/relationships/notesSlide" Target="/ppt/notesSlides/notesSlide21.xml" Id="R8de937a57e67458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d6461b39ee450d" /><Relationship Type="http://schemas.openxmlformats.org/officeDocument/2006/relationships/notesSlide" Target="/ppt/notesSlides/notesSlide22.xml" Id="Rc2aa4b85d92542d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30cd5b6ca843bf" /><Relationship Type="http://schemas.openxmlformats.org/officeDocument/2006/relationships/notesSlide" Target="/ppt/notesSlides/notesSlide23.xml" Id="R2e6e22481c47476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77ee5f5a834701" /><Relationship Type="http://schemas.openxmlformats.org/officeDocument/2006/relationships/notesSlide" Target="/ppt/notesSlides/notesSlide24.xml" Id="R131a83306b2641e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dd0f745d7f4410" /><Relationship Type="http://schemas.openxmlformats.org/officeDocument/2006/relationships/notesSlide" Target="/ppt/notesSlides/notesSlide25.xml" Id="R6e02e76797ec493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a4c24b87594811" /><Relationship Type="http://schemas.openxmlformats.org/officeDocument/2006/relationships/notesSlide" Target="/ppt/notesSlides/notesSlide26.xml" Id="R5b5cc83b7c494a7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539afe485c4537" /><Relationship Type="http://schemas.openxmlformats.org/officeDocument/2006/relationships/notesSlide" Target="/ppt/notesSlides/notesSlide27.xml" Id="R67b6618f148b40f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6cd9f23ab54ec7" /><Relationship Type="http://schemas.openxmlformats.org/officeDocument/2006/relationships/notesSlide" Target="/ppt/notesSlides/notesSlide28.xml" Id="R37eeaf5584ae4547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7a73f2c90c4702" /><Relationship Type="http://schemas.openxmlformats.org/officeDocument/2006/relationships/notesSlide" Target="/ppt/notesSlides/notesSlide29.xml" Id="R866b0ab448c844de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91c283abc84c3c" /><Relationship Type="http://schemas.openxmlformats.org/officeDocument/2006/relationships/notesSlide" Target="/ppt/notesSlides/notesSlide30.xml" Id="R752cc54fa75a41c5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d95a13840940d3" /><Relationship Type="http://schemas.openxmlformats.org/officeDocument/2006/relationships/notesSlide" Target="/ppt/notesSlides/notesSlide31.xml" Id="R0cc4917f9cee4786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bfd61e668c4a0b" /><Relationship Type="http://schemas.openxmlformats.org/officeDocument/2006/relationships/notesSlide" Target="/ppt/notesSlides/notesSlide32.xml" Id="Ra058dca9e5ac48af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abb97dc4c2490d" /><Relationship Type="http://schemas.openxmlformats.org/officeDocument/2006/relationships/notesSlide" Target="/ppt/notesSlides/notesSlide33.xml" Id="Rb6229320db2e44d5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47588a996248c1" /><Relationship Type="http://schemas.openxmlformats.org/officeDocument/2006/relationships/notesSlide" Target="/ppt/notesSlides/notesSlide34.xml" Id="R5a4ce39b5bad4b72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7c9eca08a449ea" /><Relationship Type="http://schemas.openxmlformats.org/officeDocument/2006/relationships/notesSlide" Target="/ppt/notesSlides/notesSlide35.xml" Id="R9207e693bb434f27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925366cad24ce3" /><Relationship Type="http://schemas.openxmlformats.org/officeDocument/2006/relationships/notesSlide" Target="/ppt/notesSlides/notesSlide36.xml" Id="R739035397e234b05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cfa153e3074c6a" /><Relationship Type="http://schemas.openxmlformats.org/officeDocument/2006/relationships/image" Target="/ppt/media/image2.png" Id="R747f3c95ea6c46d6" /><Relationship Type="http://schemas.openxmlformats.org/officeDocument/2006/relationships/image" Target="/ppt/media/image3.png" Id="R3f3a012475f643c2" /><Relationship Type="http://schemas.openxmlformats.org/officeDocument/2006/relationships/image" Target="/ppt/media/image4.png" Id="R430ce7785e154b47" /><Relationship Type="http://schemas.openxmlformats.org/officeDocument/2006/relationships/notesSlide" Target="/ppt/notesSlides/notesSlide37.xml" Id="Rc65492f7b5584847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23fda25a44458e" /><Relationship Type="http://schemas.openxmlformats.org/officeDocument/2006/relationships/notesSlide" Target="/ppt/notesSlides/notesSlide38.xml" Id="Rb46311584c714280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f20a3a76264fcd" /><Relationship Type="http://schemas.openxmlformats.org/officeDocument/2006/relationships/notesSlide" Target="/ppt/notesSlides/notesSlide39.xml" Id="R47ea8439d8274e9c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d24dbbee8f4c22" /><Relationship Type="http://schemas.openxmlformats.org/officeDocument/2006/relationships/notesSlide" Target="/ppt/notesSlides/notesSlide40.xml" Id="R631f15e1d54846d3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38b96decab4848" /><Relationship Type="http://schemas.openxmlformats.org/officeDocument/2006/relationships/notesSlide" Target="/ppt/notesSlides/notesSlide41.xml" Id="Rb069e6103bc84907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cb7be1400040eb" /><Relationship Type="http://schemas.openxmlformats.org/officeDocument/2006/relationships/notesSlide" Target="/ppt/notesSlides/notesSlide42.xml" Id="R3ca84c7094124625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d2160d97e74031" /><Relationship Type="http://schemas.openxmlformats.org/officeDocument/2006/relationships/notesSlide" Target="/ppt/notesSlides/notesSlide43.xml" Id="R0087afd6c923472d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8f989906da47f5" /><Relationship Type="http://schemas.openxmlformats.org/officeDocument/2006/relationships/notesSlide" Target="/ppt/notesSlides/notesSlide44.xml" Id="R464ea2a3558441bf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53dc76162544d2" /><Relationship Type="http://schemas.openxmlformats.org/officeDocument/2006/relationships/notesSlide" Target="/ppt/notesSlides/notesSlide45.xml" Id="R3268c3810d004251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f89327a3574a4c" /><Relationship Type="http://schemas.openxmlformats.org/officeDocument/2006/relationships/notesSlide" Target="/ppt/notesSlides/notesSlide46.xml" Id="R53cce9f78d9a4a35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36314fdaf743ca" /><Relationship Type="http://schemas.openxmlformats.org/officeDocument/2006/relationships/notesSlide" Target="/ppt/notesSlides/notesSlide47.xml" Id="R5a062cb7bfd7462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D3CD7A-01C4-4FD7-8A2C-726DE0664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4D2095-76B3-4AB8-B2BA-1B8180ACB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B98CC3-6D19-41A2-AFCD-106642A6F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76300"/>
            <a:ext cx="10439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1875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1875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1875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1875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1875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1875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1875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1875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1875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875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仕事で英語を使う40代・50代へ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6B8339-7E5D-466A-B62F-0061BEEE9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66875"/>
            <a:ext cx="104394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6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46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46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46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46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46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46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46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46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46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46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6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魔法の10ミニッツ</a:t>
            </a:r>
          </a:p>
          <a:p xmlns:a="http://schemas.openxmlformats.org/drawingml/2006/main">
            <a:pPr algn="ctr">
              <a:defRPr sz="46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6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発音メソッド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4071E9-B909-452C-BA70-FDFBDE7AC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695700"/>
            <a:ext cx="2762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8C2A12-0FC8-4564-8C2C-7FC46C063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14800"/>
            <a:ext cx="1028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32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32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32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32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32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32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32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32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32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32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32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英会話が驚くほど上達する</a:t>
            </a:r>
          </a:p>
          <a:p xmlns:a="http://schemas.openxmlformats.org/drawingml/2006/main">
            <a:pPr algn="ctr">
              <a:defRPr sz="232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32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無料オンラインセミナー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9EA5E3-5C53-44C5-B1E8-8F666082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055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1650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1650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1650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1650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1650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1650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1650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1650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1650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650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英語のパーソナルトレーナー　坪田まゆみ</a:t>
            </a:r>
          </a:p>
        </p:txBody>
      </p:sp>
    </p:spTree>
    <p:extLst>
      <p:ext uri="{BB962C8B-B14F-4D97-AF65-F5344CB8AC3E}">
        <p14:creationId xmlns:p14="http://schemas.microsoft.com/office/powerpoint/2010/main" val="14296106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3B6202-CE7F-489B-9000-E20D5040A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0A6FD0-6726-4520-BE39-D3F41F54A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98B698-C836-455C-B0C0-415CBB21F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62050"/>
            <a:ext cx="106299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英文資料は読めるのに、</a:t>
            </a:r>
          </a:p>
          <a:p xmlns:a="http://schemas.openxmlformats.org/drawingml/2006/main">
            <a: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会議では知っている言葉を聞き逃す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1F880E-1C6A-4D5E-B98B-CCBFC7621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876675"/>
            <a:ext cx="2990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D8AAB5-20F0-4FEF-9575-7D53096C9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102108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仕事で英語を使う40代・50代へ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D3EFB7-A11B-4577-8629-A77B37742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986997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060584-75B7-4C97-9810-160A5BD09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006B17-BED4-4AAB-B289-E57E08AB6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249A52-E333-401C-80B5-FF6D09796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62050"/>
            <a:ext cx="106299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たった10分で、</a:t>
            </a:r>
          </a:p>
          <a:p xmlns:a="http://schemas.openxmlformats.org/drawingml/2006/main">
            <a: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聞こえ方を比べる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FD556A-7664-48EE-94F5-1C6EC6C08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876675"/>
            <a:ext cx="2990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48D2EF-7D88-4101-A380-1C49D19C7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102108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一つのフレーズを聞く。声に出す。同じ音声をもう一度聞く。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C0A859-9A68-4CB6-A7AC-FD0025B48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400221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DD0013-9AFE-457A-A6DE-48BDB79B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341634-8236-4CCE-8D96-5E7318434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F12D88-6670-4665-AC2D-EC1B1989C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09625"/>
            <a:ext cx="6334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12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412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412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412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412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412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412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412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412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412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412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12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坪田まゆみ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1A4492-F7D9-44E7-987B-627AD928A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28825"/>
            <a:ext cx="6096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22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22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22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22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22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22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22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22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22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2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英語のパーソナルトレーナー</a:t>
            </a:r>
          </a:p>
          <a:p xmlns:a="http://schemas.openxmlformats.org/drawingml/2006/main">
            <a:pPr algn="l">
              <a:defRPr sz="22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2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講師歴25年以上・のべ4,000人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70AA6E-6753-4FC3-8194-E79A6C926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52950"/>
            <a:ext cx="609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2100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2100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2100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2100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2100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2100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2100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2100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2100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00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あなたの音を聞き、直す場所を絞ります。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BC0FF3-46E1-4768-9A6D-B4C187DC25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181e6c979b48de"/>
          <a:srcRect xmlns:a="http://schemas.openxmlformats.org/drawingml/2006/main" l="0" t="1945" r="0" b="19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62875" y="904875"/>
            <a:ext cx="3476625" cy="50006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BF92E0-9B5F-494F-8100-8E43E1AD2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679027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54BF21-9E46-417B-8B28-34799BCA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4C5D43-9B6A-4816-99A1-C8E0A6FF5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1D400C-B531-4C28-BD9E-809C584A5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62050"/>
            <a:ext cx="106299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教科書の「ガール」と、</a:t>
            </a:r>
          </a:p>
          <a:p xmlns:a="http://schemas.openxmlformats.org/drawingml/2006/main">
            <a: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耳で覚えた音が違った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1395F0-7C18-445B-979B-50F513FC5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876675"/>
            <a:ext cx="2990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01D4BB-6C77-45A3-893C-DDE4C3AB4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102108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中学1年の夏、アメリカで気づいた音のズレ。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CD2723-6D02-4624-881E-092722AE8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164344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4A9D50-D472-413A-83A1-E283AEF1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F085BF-D073-4141-A99A-0B468B086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3EB9A5-BBA4-4901-9F96-4A2C41E86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62050"/>
            <a:ext cx="106299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会議で止まる、一瞬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4DBD1C-B59C-43AE-9ACF-856A87B97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876675"/>
            <a:ext cx="2990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94357C-55F1-442C-83F8-01E2537C6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102108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知っている一語が、つながった音の中に埋もれる。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F972BF-E42E-437C-84A6-298BFD644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001433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08871E-402E-4A22-8323-1AC4A413F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A46A83-53B8-4661-A9EE-07EAECDA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F82B47-9C6A-47A3-8DA9-9064BA842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62050"/>
            <a:ext cx="106299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練習を増やす前に、</a:t>
            </a:r>
          </a:p>
          <a:p xmlns:a="http://schemas.openxmlformats.org/drawingml/2006/main">
            <a: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止まる場所を知る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6DC217-3520-41A7-BAC0-449FE16D6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876675"/>
            <a:ext cx="2990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C87077-6781-47A2-9D91-E87A2624A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102108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単語を足す前に、聞こえなかった音を確かめる。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47E96C-3EE4-4D4C-8121-122AD3F44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658788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8F6800-51D1-41BC-89FF-311A7E297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B66723-9D31-448D-966D-BEA55546A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CE0C57-37F4-4BF7-A701-F40F14329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57250"/>
            <a:ext cx="10525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文字で見る英語と、</a:t>
            </a:r>
          </a:p>
          <a:p xmlns:a="http://schemas.openxmlformats.org/drawingml/2006/main">
            <a: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会話で聞く音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A9D87F-5C8C-49D7-8F69-F617BD89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6050D7-6D2E-4D41-8112-653DF81D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10429875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同じ単語でも、文の中では強さと長さが変わります。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4F3F17-1E29-411B-A29C-C3C2FB76D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1075939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0B58D2-F5DB-472D-90F2-1EA90E55B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3180D5-FAA3-42C2-A7AD-A43F362E6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D458CD-472E-4C76-80CC-DC4CEB60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57250"/>
            <a:ext cx="10525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強くなる語、</a:t>
            </a:r>
          </a:p>
          <a:p xmlns:a="http://schemas.openxmlformats.org/drawingml/2006/main">
            <a: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弱く短くなる語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0E9031-182C-4EB3-9E1E-01B8D09CF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2A58C5-71D4-45E5-89AA-4BC299D8B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10429875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全部の語が、同じ強さでは話されません。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64743D-9AED-431C-B5AD-A097FC2F9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7205375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769F10-E561-4978-8E8D-A30B69714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2F7D3C-8A1B-4497-8CCE-A9B8196A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16CB3B-3DA9-4B60-B3C4-8145D4FAD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62050"/>
            <a:ext cx="106299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知っている単語が、</a:t>
            </a:r>
          </a:p>
          <a:p xmlns:a="http://schemas.openxmlformats.org/drawingml/2006/main">
            <a: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知らない音に聞こえる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099381-F0CC-4706-8199-DB3ECB9DF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876675"/>
            <a:ext cx="2990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023D4D-3323-4257-B26E-F7988616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102108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頭の中で待っていた音と、実際に届く音が違う。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766AFE-8817-48A1-BA9E-C8A619A32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454745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3E9C3D-50FC-4964-919A-0E509B78F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104C8C-F4A6-46BE-A618-C01620B8D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B8BB0B-D416-4B3B-ACF4-C3EA50E75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57250"/>
            <a:ext cx="10525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慣れた読み方が</a:t>
            </a:r>
          </a:p>
          <a:p xmlns:a="http://schemas.openxmlformats.org/drawingml/2006/main">
            <a: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残ることがある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6E9DC4-FEDF-4789-91B9-4F72B9A8A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E6874D-E134-4C3D-82A1-E4A91CD98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10429875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同じ音で繰り返すほど、その言い方に慣れてしまう場合があります。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A6DF01-313F-4469-AA0B-FFF3EFFF4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8148230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537E55-7719-4B0A-9C37-45382154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1D5DE2-30C4-4DD9-B031-B8AF57BBB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B0D633-FE3C-4528-804D-AC29E344A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6200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音を見直す四つの動作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67D154-8347-4829-86CE-DC0337CFA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38375"/>
            <a:ext cx="2533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F0218C-2833-4EDB-9786-E2856CEE8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253365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聞く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DD0732-0120-4877-AA5C-1E4A25D06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38375"/>
            <a:ext cx="2533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5F14AE-2458-4C32-9F27-B2B005B99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514600"/>
            <a:ext cx="253365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特徴を知る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F8FE99-37A5-4BA5-B643-AC71234A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38375"/>
            <a:ext cx="2533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4835CC-2E35-481B-AE3D-E31E731A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14600"/>
            <a:ext cx="253365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自分で出す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24BC33-825B-400C-9F0F-52945F53B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238375"/>
            <a:ext cx="2533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1AB2CE-995E-4DB1-82E8-26C9D4C7B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514600"/>
            <a:ext cx="253365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比べて直す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B621B1-7CB1-4076-8FC1-EFA64503E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6165127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65F9BE-624A-4F63-B971-85E671B6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9DCD02-D9AD-4EFA-965F-CF4B8B42D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A007D3-323D-449F-AF80-B289F1528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62050"/>
            <a:ext cx="106299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次に直す一箇所が分かる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4B927D-5C4C-450E-AFFF-385643D2C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876675"/>
            <a:ext cx="2990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213CA4-D0F8-43A4-898D-B16DBC3B3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102108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正誤だけで終わらず、どこをどう練習するかまで。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76788A-FA71-4C5F-A10A-9025932C4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29638439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652400-5522-4900-8461-32DD5AA2E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16DC9F-422C-4543-8AD1-049CF9895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C35322-0A76-49DA-8100-E39062FCF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57250"/>
            <a:ext cx="10525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最初は、英文を見ずに聞く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9349F7-8F3F-48F8-B46A-C1A09F33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91E896-F705-409D-ACD0-83383B87A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10429875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メモできるものを用意してください。録音は任意です。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94190C-5B80-46B3-B3E3-A89B9F718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26392733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107718-4B31-4BDC-A6F1-78F41C64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6CA134-7657-4C1E-9A5C-91C2FEB09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D98C32-42DC-4828-AEE7-9575143B7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57250"/>
            <a:ext cx="10525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最初の聞こえ方を残す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94A6D9-430E-4026-B246-DEDB51669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B78367-3314-462C-ACA2-082FCDB3A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10429875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聞こえた語と、聞き取れなかった場所をメモ。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1AAE08-6632-46F1-A15F-EA1BD32C8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84150308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614413-3739-4EF1-A2C4-95D474B36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775D00-1C40-424F-A201-739685E8F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EE83D0-95D0-4667-8C98-514873913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57250"/>
            <a:ext cx="10525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音だけを聞いてください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E6ED92-765E-46E3-AFFA-415B41F41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A9F163-AEE4-401B-842E-F315A4A30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10429875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聞こえた語を、一つだけでもメモ。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34888A-1E3E-4C18-B9E4-1A0EB8B68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18355736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A3B55B-C66E-4D16-8AB0-21AFCC492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3FAE52-9CDD-4283-A82F-641A6D584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4923A9-EE93-4BC8-BB83-DB4398653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57250"/>
            <a:ext cx="10525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最初のメモ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37A86B-8EE2-4289-BF30-25BCD1035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92606C-7EA6-4B3E-ACA7-3DC456FEF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10429875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どこが聞こえましたか。</a:t>
            </a:r>
          </a:p>
          <a:p xmlns:a="http://schemas.openxmlformats.org/drawingml/2006/main">
            <a: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まだ答えは出しません。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51B406-5DA6-4936-9DFC-0C7ABB100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02014121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816D8E-D074-473F-A081-F913F96D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D78EBF-B7BC-44AF-A3B3-0AB681941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3B3FC8-25C9-4C8A-985E-EF8E35A88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85875"/>
            <a:ext cx="105918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He must have been busy.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366D05-A17F-440A-ACAE-682529E80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829050"/>
            <a:ext cx="321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E51C6A-85B4-482F-93D3-256311C09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29100"/>
            <a:ext cx="1028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彼は忙しかったに違いない。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B6E441-21F8-484D-85A1-A85C36906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06417114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438262-9120-4AAA-AFB6-1EF6579B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AEF992-CF9F-4E81-87C3-922A4B5D6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443C97-8631-498C-A476-C12AFD07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85875"/>
            <a:ext cx="105918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must have been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B8DA73-728E-45DB-A3C2-2F3AAB6B5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829050"/>
            <a:ext cx="321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D972F3-A41C-4A33-8258-1C3FBE557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29100"/>
            <a:ext cx="1028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三つの単語を、会話の中で一つのまとまりとして聞く。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B4E437-405D-4978-8850-3D2E5BF27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7287937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C57F55-F31D-4D10-AB26-CE2B993E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682B04-8874-488F-8CA9-740966D87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884354-6EC5-4C3C-A747-5A36A679B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57250"/>
            <a:ext cx="10525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一語ずつ／会話の速さ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686926-D0DF-4619-825C-AE3823D0B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830C57-D8C2-4955-9E1C-30E35564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10429875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坪田まゆみの見本を、二つの速さで聞く。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EF4D76-65B3-46E0-8A10-1DF808AF1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94042754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419CFD-FF18-4975-BDC0-8B0E3BB9F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17AF19-A7B0-4645-83E5-66A08F532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F22451-4DDB-47D9-8AD6-0C278B186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57250"/>
            <a:ext cx="10525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短くなる部分を聞く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4B5AEE-DB2F-46BC-965C-7A60656E3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EF5A66-71F6-4D7F-B049-7D15651E9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10429875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真ん中の have は、短く弱くなることがあります。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8F0E05-A89F-49CF-9E65-3271FB871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66525649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264B79-D7C7-40F3-B525-D3C53BB91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407485-F89E-482F-8C1F-746226C3A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837A81-D5DE-423E-A56D-1F5163BD6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57250"/>
            <a:ext cx="10525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must have been を3回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87D18E-8971-4B31-9FBA-37577F048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A0E1FD-4D97-4F2B-BEC7-69F2921C7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10429875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見本のあとに、声に出してください。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DA7D7F-4036-40E2-8A6E-8058C99EE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72558155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964E5A-F463-471E-B980-9D9D86306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66259F-1BCF-4C33-AF8F-89F2EC448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40C30F-FF85-4D51-BEEA-2C2547E85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85875"/>
            <a:ext cx="105918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He must have been busy.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1784C5-8E31-45D2-8B65-6B191DA1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829050"/>
            <a:ext cx="321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FB0F0F-CA7C-4819-B870-821AA126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29100"/>
            <a:ext cx="1028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今度は文全体を2回。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870631-3313-4468-9834-BB7E6E964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02405247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D50925-D5AD-409B-81AF-A113D89C9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C45344-CB29-463C-A45F-2BC47224E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B2532B-AE31-4EB3-9429-C60D2CBF5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57250"/>
            <a:ext cx="10525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自分の声を一度聞く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5E07C7-6C98-4F5A-828D-E01EDB53E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B0270D-7142-4FBA-9152-3A4B56CBA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10429875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録音できる方は、ここで一回録ってください。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C2088F-61F2-4C4F-9F35-7E07E417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02898938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BA8669-D1AD-41C8-A2BC-33FC2309C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0DCB0D-87EB-4D18-B07A-DD2ABCDF5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A8BCE1-0229-457E-8BCA-A72441D64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57250"/>
            <a:ext cx="10525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直す場所は一箇所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BB806E-E62E-446F-AF24-47EF64FFA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699C9C-1A1B-4115-8288-C9B3E03C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10429875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長さか、つながりか。</a:t>
            </a:r>
          </a:p>
          <a:p xmlns:a="http://schemas.openxmlformats.org/drawingml/2006/main">
            <a: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一つ選んで言い直す。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4CB506-C3FB-48DC-81D9-DD93EE2D4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57228306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904B10-79CE-4FBC-B6D2-66C7F9A20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7C28D3-CBBB-403E-96BA-61FF5849D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535F3F-D20D-488F-9866-9299744B8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57250"/>
            <a:ext cx="10525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同じ音声を、もう一度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FF509B-9702-4389-8072-28A0E22BA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F8E96D-AF4A-4EBF-B5A1-A611F4A96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10429875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最初より聞き取りやすい部分はありますか。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CEC351-80AF-4DDE-A65A-889155943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29466339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6AFB35-9538-45D2-B3D1-67BFABC7C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73E7D5-A766-4E79-AAFB-B2A079B3A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DBB6B8-0B2A-4B0F-90F5-93A34D45F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57250"/>
            <a:ext cx="10525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別の文を、聞いてください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BB8F2B-7909-475C-9206-674974A8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FE0686-92D5-4831-B3EF-F7D940D50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10429875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さっき練習した音のまとまりを探す。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01073B-B3DB-4220-AB54-F407321C1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37917573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88590F-A871-49DA-9A13-08A529F2E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0B2B90-2FF5-49D2-8A4B-64510A54D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5555C8-65DF-4856-8B21-E8EAD3D4E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85875"/>
            <a:ext cx="105918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It must have been</a:t>
            </a:r>
          </a:p>
          <a:p xmlns:a="http://schemas.openxmlformats.org/drawingml/2006/main">
            <a: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a long meeting.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43543E-5CE5-4137-ADFE-F81F6DBA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829050"/>
            <a:ext cx="321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6595D5-AA62-4F66-8AEF-B3CA08DD6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29100"/>
            <a:ext cx="1028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長い会議だったに違いない。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3CFD9E-5381-4F62-A1A3-A81144CC3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55173407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CA7A25-913E-4185-A9CB-968B83044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155E80-4820-496E-BC55-EC485809E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FC96D8-CF7B-4E96-AE9A-97E223C76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62050"/>
            <a:ext cx="106299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結果は三つに分かれる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93B875-363C-4D96-98B4-260A64F68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876675"/>
            <a:ext cx="2990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C9296A-FC2A-48C0-BF70-08447BDC3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102108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拾えた／まだ難しい／意味が分からなかった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C8A197-D3E1-4091-87CD-E8650DDA9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87374432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634429-5EC8-442B-98BF-849A7BADE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E3A526-7D30-4653-8154-B8DD2D46F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D78106-D199-4CCE-BC92-3F287EB44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57250"/>
            <a:ext cx="10525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一部分を拾えた方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F5B905-6D1A-48D4-83F7-CF1A41509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BB3FB0-CC80-44FB-BD18-E939DBBC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10429875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別の仕事の表現でも、同じ音の特徴を探す。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80E545-FE14-4440-97A1-E6E1D1EE9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43356142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E5DD48-BDDD-46F9-955C-30316D217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4B22E7-93C2-49CE-AFD3-5EB137986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1FA143-81FF-4DB6-AD15-A1C250611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57250"/>
            <a:ext cx="10525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まだ聞き取りにくい方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4C1F00-58FA-4F20-A803-3BC6797ED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7F402A-15C8-419E-A8FC-8FD79B798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10429875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短くなる場所と、つながる場所を小さく分ける。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DA609E-3120-44D1-B89F-771A769B5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01330984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09A6F8-5B9A-459F-855F-D59C03122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CE34BA-7B74-4DFD-A54A-7ED4F0C93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1D6E9E-B2EB-44A9-B317-DB3CD0D62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57250"/>
            <a:ext cx="10525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意味が分からなかった方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3101FB-E027-431D-9C1D-95DF13687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00D08D-3A33-4B0C-8E29-DAE83D032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10429875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意味を押さえてから、音を確かめる。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E14FB2-91FF-49D6-A5A1-456B9CC2F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16632057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73D045-DAAF-4C94-90DC-91234C46E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4AD22B-9FF6-43C7-8986-0C6DC3B6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759E33-69D9-4355-81A2-BFA6345E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62050"/>
            <a:ext cx="106299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AIに聞いた回数では、</a:t>
            </a:r>
          </a:p>
          <a:p xmlns:a="http://schemas.openxmlformats.org/drawingml/2006/main">
            <a: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発音は変わらない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E5794E-8FA2-46B3-AC54-2F822A7B3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876675"/>
            <a:ext cx="2990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88E6B4-D576-4F72-A884-A331BB204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102108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やり方を知る → 声に出す → 比べて直す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CC99C8-E243-4E2C-A720-E25A7E253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1507548223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2024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E41A57-A172-42F2-9ECB-0066BD244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F18C5A-D61F-4237-890F-F33C2FED8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DF5E41-E960-4DCA-9629-A0FA8B64B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106299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4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4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4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4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4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4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4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4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4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4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21日間チャレンジコース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68337B-0264-468D-B894-0DE3335EF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905250"/>
            <a:ext cx="3009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A837BF-F687-4761-9CF4-0C568471C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10075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2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2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2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2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2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2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2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2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2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2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今日の10分を、仕事で使う英語へ。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C16B41-37C5-4F7A-B4B1-05EAD926C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66577035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86D74C-5005-45DB-97CE-D236C72E6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91F92A-A83D-4C0E-A776-3CEE015A6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85D888-AC9C-440E-ACF9-3BE02A93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57250"/>
            <a:ext cx="10525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最初の個別サポート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D3A792-8E0E-4ACA-80D5-244606D36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F3AD48-7DA4-4D59-91DD-462ED0183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10429875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今の音と、練習の優先順位を決める。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08E65F-0512-4AA9-A6EC-86B09949B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1653312057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C8F3F1-1D45-4A57-BEFD-2BE0A3784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BCB502-2D4A-42CA-A080-F84909C77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AE9449-59DC-432D-BAE4-2F41A947F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6200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21日間の順序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70112E-69CF-48ED-8527-5F95DF616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38375"/>
            <a:ext cx="341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8DD580-3601-4B62-8F36-384ABF4F7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34163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1–4日目</a:t>
            </a:r>
          </a:p>
          <a:p xmlns:a="http://schemas.openxmlformats.org/drawingml/2006/main">
            <a: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リズム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D58ECB-B9A8-4D55-A703-076468D9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2238375"/>
            <a:ext cx="341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CC864E-FB79-4760-8041-D6D6D93E8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2514600"/>
            <a:ext cx="34163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5–11日目</a:t>
            </a:r>
          </a:p>
          <a:p xmlns:a="http://schemas.openxmlformats.org/drawingml/2006/main">
            <a: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音の変化と発声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43D5EB-448E-449D-9298-E8141B188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9400" y="2238375"/>
            <a:ext cx="341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A8B508-2C40-4BE3-BBDB-2F8BA98B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9400" y="2514600"/>
            <a:ext cx="34163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12–21日目</a:t>
            </a:r>
          </a:p>
          <a:p xmlns:a="http://schemas.openxmlformats.org/drawingml/2006/main">
            <a: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100例文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283F04-0AF0-44E2-9425-0912B1DB3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2108303728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5B2541-8045-4FB1-8E47-498CA3FC4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2A4EC8-855A-452E-97B0-C04D8F90D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CB83CB-2533-4ECC-A691-9DFE8D7E5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14375"/>
            <a:ext cx="106203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4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4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4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4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4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4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4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4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4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4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4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学習アプリで、</a:t>
            </a:r>
          </a:p>
          <a:p xmlns:a="http://schemas.openxmlformats.org/drawingml/2006/main">
            <a:pPr algn="l">
              <a:defRPr sz="34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4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毎日の課題を見る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8C889C-E769-4558-A42D-F1E5F6F35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18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18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18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18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18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18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18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18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18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8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解説を見て、聞いて、声に出して確かめる。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5BCF14-929B-4657-849E-9E124B3601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7f3c95ea6c46d6"/>
          <a:stretch xmlns:a="http://schemas.openxmlformats.org/drawingml/2006/main"/>
        </p:blipFill>
        <p:spPr>
          <a:xfrm xmlns:a="http://schemas.openxmlformats.org/drawingml/2006/main">
            <a:off x="3213017" y="2667000"/>
            <a:ext cx="1584491" cy="342900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101338-EC0A-4FDC-8018-84312E7B9F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3a012475f643c2"/>
          <a:stretch xmlns:a="http://schemas.openxmlformats.org/drawingml/2006/main"/>
        </p:blipFill>
        <p:spPr>
          <a:xfrm xmlns:a="http://schemas.openxmlformats.org/drawingml/2006/main">
            <a:off x="5689517" y="2667000"/>
            <a:ext cx="1584491" cy="3429000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DD6C0B-7C35-4346-8AC4-C325B1639F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0ce7785e154b47"/>
          <a:stretch xmlns:a="http://schemas.openxmlformats.org/drawingml/2006/main"/>
        </p:blipFill>
        <p:spPr>
          <a:xfrm xmlns:a="http://schemas.openxmlformats.org/drawingml/2006/main">
            <a:off x="8166017" y="2667000"/>
            <a:ext cx="1584491" cy="3429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52D22D-A057-4E1B-9910-9BF023C0B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114894047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131627-8B1B-49BB-AB6C-C7D6D775F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4DDD2A-1599-4F1D-A7C6-6996E0625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A9B054-63C9-4E47-97A4-025920B14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57250"/>
            <a:ext cx="10525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仕事で使う英語へ広げる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3C3E9D-CB7F-4206-BF59-F817937B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9F3AD1-09EF-4301-A827-3F93C9322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10429875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会議や予定調整で使う表現にも取り組む。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455FDF-2B66-4113-B327-4F72C27CE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220225641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AF2EB4-55F0-4DDB-B96C-4E0C53F0E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2F1C12-C54E-43D4-B37C-ADF239A6D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AC0977-927C-45CD-8E3B-CDFD1E99E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57250"/>
            <a:ext cx="10525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提出音声に、3回フィードバック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92E637-01FF-4653-9809-6380C2A0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7F4F4D-5BDC-40B6-9258-BEAA2850B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10429875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できている点／優先して直す点／次の練習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D35926-23BA-4B56-9056-2CA650503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1421016379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B73351-B537-406E-B353-60594A036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A0D8F8-CA77-484C-8C5D-06B6BBE3D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A1C5A0-8538-400E-9AEA-4ADF48B65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57250"/>
            <a:ext cx="10525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最後の個別セッション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AB5B1B-1779-4BC7-BE4C-D93FB1181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7EABAA-A11F-4BCC-8779-0FD07BCE5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10429875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60分で変化と、その後の練習を整理する。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3652AC-FE70-4EC3-915C-D00C0A211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191422885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025A65-C5AC-477A-BE10-E1FD9F046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FF0A4B-7155-4790-973F-B25D2B592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7476F1-518C-4FBE-AF87-B05E465F8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6200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講座に含まれる支援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01A3AF-D501-4384-A510-CFE1A7CF0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38375"/>
            <a:ext cx="341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69FDEC-DD45-4B04-864E-619B073CA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34163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前後の個別サポート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DEFD4C-14EE-4C70-ACB2-D98500BDB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2238375"/>
            <a:ext cx="341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B9C036-6307-4CCE-BCD1-564BFF9CC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2514600"/>
            <a:ext cx="34163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音声添削3回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326940-857C-422F-BDA6-1C36B35FA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9400" y="2238375"/>
            <a:ext cx="341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B11C59-AD7C-4288-B5BE-DEBE3760E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9400" y="2514600"/>
            <a:ext cx="34163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アプリで21日間の学習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D0A17D-9A16-4295-AA19-B156157CC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1897056860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D75E35-FA24-4952-A336-97D70C4BC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D3AD43-7D8C-459A-B152-9D9183DDD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1E0FD2-A1D2-48E0-A39C-C1AFBDFA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57250"/>
            <a:ext cx="10525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練習が続く環境を用意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151895-C698-422D-AF25-10EBD5E5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FD5B16-F14D-4030-8228-E4EAAF992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10429875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毎日の課題 → 自分の録音 → 見本と比較 → 坪田の音声添削3回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A0A7FD-A908-4664-9D60-DC2691CA6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361099487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92B09F-3F9E-41D2-A737-7C9C1AA57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AB03E3-31E2-4AD2-BD19-03CCDD53F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50DECD-5B39-488E-94C3-F340BC571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1915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3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33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33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33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33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33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33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33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33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33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33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3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視聴中の講座価格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AD93AD-E0A3-4134-A033-541E92615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905000"/>
            <a:ext cx="457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0AF4FA-9268-4BAE-8FB2-6A9F6226B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9825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54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54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54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54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54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54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54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54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54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54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54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54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39,800円（税込）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46B40A-2B28-4F75-8FB2-F1F6FDA03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495800"/>
            <a:ext cx="9620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視聴後のお申し込みは49,800円（税込）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06DF78-6739-4CC7-B472-722AFCE52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186251999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E99B02-293E-4C49-98C8-DA2F2D090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04175B-956D-4606-A50F-7CDE5A11A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5AD7EA-0220-4FAE-8F08-34C61CF4A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1915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3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33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33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33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33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33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33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33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33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33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33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3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発音診断を購入済みの方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03CE24-AFE8-41AC-A5E9-CAED068F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905000"/>
            <a:ext cx="457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D12F05-8617-411C-9270-A802FECE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9825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54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54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54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54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54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54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54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54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54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54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54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54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追加33,820円（税込）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5D1D4F-7E07-491C-8129-D68AB7F0C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495800"/>
            <a:ext cx="9620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お支払い済みの5,980円を充当。合計39,800円。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986051-F910-441B-8338-8D3C23122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453082379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DB9C78-8674-4152-BF0E-366EB211E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AFFF7D-8482-4E0F-81E9-6E9A49321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4316A2-BCB7-4B2A-BA52-617697DE1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62050"/>
            <a:ext cx="106299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10分の体験を、</a:t>
            </a:r>
          </a:p>
          <a:p xmlns:a="http://schemas.openxmlformats.org/drawingml/2006/main">
            <a: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21日間の練習へ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27D385-DB0C-4601-ABF8-8C2992630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876675"/>
            <a:ext cx="2990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28525D-B336-41BC-815A-86DDE29E1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102108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一つのフレーズで気づいた音を、別の文でも使えるように。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5FC7FB-0706-497D-AFB8-02FD0BC3C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1370135938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38A2A7-87DA-4C90-92EC-47A0026A6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E77E6B-FF1F-4B1B-B918-1D7A41D3B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D0947F-B79E-43B9-87BC-BFB9BA67B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62050"/>
            <a:ext cx="106299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ご自身で続けるか、</a:t>
            </a:r>
          </a:p>
          <a:p xmlns:a="http://schemas.openxmlformats.org/drawingml/2006/main">
            <a: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一緒に直すか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B0A914-85C4-4AC8-999B-2DA11DBD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876675"/>
            <a:ext cx="2990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909704-1B06-4371-B7AB-1FCD0E45D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102108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今日の音の気づきを、次の練習へ。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FCC53B-3A72-4C89-96BC-A8D10610D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46</a:t>
            </a:r>
          </a:p>
        </p:txBody>
      </p:sp>
    </p:spTree>
    <p:extLst>
      <p:ext uri="{BB962C8B-B14F-4D97-AF65-F5344CB8AC3E}">
        <p14:creationId xmlns:p14="http://schemas.microsoft.com/office/powerpoint/2010/main" val="1103654422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2024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F2AE8E-CEAE-41CA-BB97-33FB7503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9C258-F243-476A-BE4D-1D8DCFAC9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014EC8-E23B-44FA-B467-18FB3E5DB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106299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4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4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4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4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4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4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4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4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4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4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申込欄は、この動画の下です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61D1E9-80DC-458A-B9B2-0F12AE8C2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905250"/>
            <a:ext cx="3009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940408-C0E9-4345-94D0-9282155AF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10075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2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2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2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2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2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2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2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2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2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2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内容とお支払い額をご確認ください。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21414632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2026-10-26T09:46:00.7330000Z</dcterms:created>
  <dcterms:modified xsi:type="dcterms:W3CDTF">2026-10-26T09:46:00.7330000Z</dcterms:modified>
</coreProperties>
</file>