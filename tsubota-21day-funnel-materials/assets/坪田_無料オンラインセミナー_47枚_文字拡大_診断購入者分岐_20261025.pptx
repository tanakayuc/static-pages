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a83ee6893a4a90" /><Relationship Type="http://schemas.openxmlformats.org/officeDocument/2006/relationships/extended-properties" Target="/docProps/app.xml" Id="R9844fac5a1e9452c" /><Relationship Type="http://schemas.openxmlformats.org/officeDocument/2006/relationships/officeDocument" Target="/ppt/presentation.xml" Id="R00bee2ff531542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51442c4d084cd0"/>
  </p:sldMasterIdLst>
  <p:notesMasterIdLst>
    <p:notesMasterId xmlns:r="http://schemas.openxmlformats.org/officeDocument/2006/relationships" r:id="R6cf14df3e9354f46"/>
  </p:notesMasterIdLst>
  <p:sldIdLst>
    <p:sldId xmlns:r="http://schemas.openxmlformats.org/officeDocument/2006/relationships" id="256" r:id="R030f3a8fda1844ca"/>
    <p:sldId xmlns:r="http://schemas.openxmlformats.org/officeDocument/2006/relationships" id="257" r:id="Rc52bbcb544544e62"/>
    <p:sldId xmlns:r="http://schemas.openxmlformats.org/officeDocument/2006/relationships" id="258" r:id="Rf46b790e7694401d"/>
    <p:sldId xmlns:r="http://schemas.openxmlformats.org/officeDocument/2006/relationships" id="259" r:id="R02676a530b1a4a13"/>
    <p:sldId xmlns:r="http://schemas.openxmlformats.org/officeDocument/2006/relationships" id="260" r:id="R8960ba4de1804dbf"/>
    <p:sldId xmlns:r="http://schemas.openxmlformats.org/officeDocument/2006/relationships" id="261" r:id="Rcb633eb7dd6041c1"/>
    <p:sldId xmlns:r="http://schemas.openxmlformats.org/officeDocument/2006/relationships" id="262" r:id="R0e4477499949478a"/>
    <p:sldId xmlns:r="http://schemas.openxmlformats.org/officeDocument/2006/relationships" id="263" r:id="R22eb3bcb4ef04b0a"/>
    <p:sldId xmlns:r="http://schemas.openxmlformats.org/officeDocument/2006/relationships" id="264" r:id="R6c9d43c22c814396"/>
    <p:sldId xmlns:r="http://schemas.openxmlformats.org/officeDocument/2006/relationships" id="265" r:id="R5efcea3323bb49f6"/>
    <p:sldId xmlns:r="http://schemas.openxmlformats.org/officeDocument/2006/relationships" id="266" r:id="Rb7ce63af3d82450a"/>
    <p:sldId xmlns:r="http://schemas.openxmlformats.org/officeDocument/2006/relationships" id="267" r:id="R83bad84430af47a2"/>
    <p:sldId xmlns:r="http://schemas.openxmlformats.org/officeDocument/2006/relationships" id="268" r:id="R2492c5eadf8e474f"/>
    <p:sldId xmlns:r="http://schemas.openxmlformats.org/officeDocument/2006/relationships" id="269" r:id="Rd8f44f3ca1c9489c"/>
    <p:sldId xmlns:r="http://schemas.openxmlformats.org/officeDocument/2006/relationships" id="270" r:id="R6dccc6707a854518"/>
    <p:sldId xmlns:r="http://schemas.openxmlformats.org/officeDocument/2006/relationships" id="271" r:id="R58c8bbc3548043de"/>
    <p:sldId xmlns:r="http://schemas.openxmlformats.org/officeDocument/2006/relationships" id="272" r:id="R00e1010c08f74973"/>
    <p:sldId xmlns:r="http://schemas.openxmlformats.org/officeDocument/2006/relationships" id="273" r:id="R566a61c4176d4faf"/>
    <p:sldId xmlns:r="http://schemas.openxmlformats.org/officeDocument/2006/relationships" id="274" r:id="R6f394429cfcc4b01"/>
    <p:sldId xmlns:r="http://schemas.openxmlformats.org/officeDocument/2006/relationships" id="275" r:id="R3cb9a9cd7b7a47ee"/>
    <p:sldId xmlns:r="http://schemas.openxmlformats.org/officeDocument/2006/relationships" id="276" r:id="R112a060af2da410a"/>
    <p:sldId xmlns:r="http://schemas.openxmlformats.org/officeDocument/2006/relationships" id="277" r:id="R02f1179e9b4c4768"/>
    <p:sldId xmlns:r="http://schemas.openxmlformats.org/officeDocument/2006/relationships" id="278" r:id="R1d2f6f7d972b46e5"/>
    <p:sldId xmlns:r="http://schemas.openxmlformats.org/officeDocument/2006/relationships" id="279" r:id="R9c34d1d94e5d45b6"/>
    <p:sldId xmlns:r="http://schemas.openxmlformats.org/officeDocument/2006/relationships" id="280" r:id="R20961dd46c594705"/>
    <p:sldId xmlns:r="http://schemas.openxmlformats.org/officeDocument/2006/relationships" id="281" r:id="Raf3de2b499b94ce7"/>
    <p:sldId xmlns:r="http://schemas.openxmlformats.org/officeDocument/2006/relationships" id="282" r:id="R246ef87dfdd248da"/>
    <p:sldId xmlns:r="http://schemas.openxmlformats.org/officeDocument/2006/relationships" id="283" r:id="Rb3c6a2d1a7af4003"/>
    <p:sldId xmlns:r="http://schemas.openxmlformats.org/officeDocument/2006/relationships" id="284" r:id="R63bdedeab05746b5"/>
    <p:sldId xmlns:r="http://schemas.openxmlformats.org/officeDocument/2006/relationships" id="285" r:id="Rf361c2efdee64570"/>
    <p:sldId xmlns:r="http://schemas.openxmlformats.org/officeDocument/2006/relationships" id="286" r:id="R245ebee1fc9e477f"/>
    <p:sldId xmlns:r="http://schemas.openxmlformats.org/officeDocument/2006/relationships" id="287" r:id="Re8eb436f8e3f4e4c"/>
    <p:sldId xmlns:r="http://schemas.openxmlformats.org/officeDocument/2006/relationships" id="288" r:id="Rd36d41cd6edf4998"/>
    <p:sldId xmlns:r="http://schemas.openxmlformats.org/officeDocument/2006/relationships" id="289" r:id="R2659b383aaad4b4e"/>
    <p:sldId xmlns:r="http://schemas.openxmlformats.org/officeDocument/2006/relationships" id="290" r:id="Rac6f66b40edf4a7a"/>
    <p:sldId xmlns:r="http://schemas.openxmlformats.org/officeDocument/2006/relationships" id="291" r:id="Receda206c9dd4440"/>
    <p:sldId xmlns:r="http://schemas.openxmlformats.org/officeDocument/2006/relationships" id="292" r:id="R09bdca178b274846"/>
    <p:sldId xmlns:r="http://schemas.openxmlformats.org/officeDocument/2006/relationships" id="293" r:id="R375f15428346439d"/>
    <p:sldId xmlns:r="http://schemas.openxmlformats.org/officeDocument/2006/relationships" id="294" r:id="R74c215dcea184ad3"/>
    <p:sldId xmlns:r="http://schemas.openxmlformats.org/officeDocument/2006/relationships" id="295" r:id="R0220b5890df64152"/>
    <p:sldId xmlns:r="http://schemas.openxmlformats.org/officeDocument/2006/relationships" id="296" r:id="Re3f76d11087642a6"/>
    <p:sldId xmlns:r="http://schemas.openxmlformats.org/officeDocument/2006/relationships" id="297" r:id="R2e7f8a4d744e439a"/>
    <p:sldId xmlns:r="http://schemas.openxmlformats.org/officeDocument/2006/relationships" id="298" r:id="R1f17d568613d412e"/>
    <p:sldId xmlns:r="http://schemas.openxmlformats.org/officeDocument/2006/relationships" id="299" r:id="R1cc07f345b014c6a"/>
    <p:sldId xmlns:r="http://schemas.openxmlformats.org/officeDocument/2006/relationships" id="300" r:id="R5857846f96b449e9"/>
    <p:sldId xmlns:r="http://schemas.openxmlformats.org/officeDocument/2006/relationships" id="301" r:id="Rc414c852da514d75"/>
    <p:sldId xmlns:r="http://schemas.openxmlformats.org/officeDocument/2006/relationships" id="302" r:id="R218f1f38efb540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2f4c88233046ca" /><Relationship Type="http://schemas.openxmlformats.org/officeDocument/2006/relationships/slideMaster" Target="/ppt/slideMasters/slideMaster1.xml" Id="R4a51442c4d084cd0" /><Relationship Type="http://schemas.openxmlformats.org/officeDocument/2006/relationships/notesMaster" Target="/ppt/notesMasters/notesMaster1.xml" Id="R6cf14df3e9354f46" /><Relationship Type="http://schemas.openxmlformats.org/officeDocument/2006/relationships/presProps" Target="/ppt/presProps.xml" Id="R8a4faab113cd420c" /><Relationship Type="http://schemas.openxmlformats.org/officeDocument/2006/relationships/tableStyles" Target="/ppt/tableStyles.xml" Id="R353893d48e4a473b" /><Relationship Type="http://schemas.openxmlformats.org/officeDocument/2006/relationships/slide" Target="/ppt/slides/slide1.xml" Id="R030f3a8fda1844ca" /><Relationship Type="http://schemas.openxmlformats.org/officeDocument/2006/relationships/slide" Target="/ppt/slides/slide2.xml" Id="Rc52bbcb544544e62" /><Relationship Type="http://schemas.openxmlformats.org/officeDocument/2006/relationships/slide" Target="/ppt/slides/slide3.xml" Id="Rf46b790e7694401d" /><Relationship Type="http://schemas.openxmlformats.org/officeDocument/2006/relationships/slide" Target="/ppt/slides/slide4.xml" Id="R02676a530b1a4a13" /><Relationship Type="http://schemas.openxmlformats.org/officeDocument/2006/relationships/slide" Target="/ppt/slides/slide5.xml" Id="R8960ba4de1804dbf" /><Relationship Type="http://schemas.openxmlformats.org/officeDocument/2006/relationships/slide" Target="/ppt/slides/slide6.xml" Id="Rcb633eb7dd6041c1" /><Relationship Type="http://schemas.openxmlformats.org/officeDocument/2006/relationships/slide" Target="/ppt/slides/slide7.xml" Id="R0e4477499949478a" /><Relationship Type="http://schemas.openxmlformats.org/officeDocument/2006/relationships/slide" Target="/ppt/slides/slide8.xml" Id="R22eb3bcb4ef04b0a" /><Relationship Type="http://schemas.openxmlformats.org/officeDocument/2006/relationships/slide" Target="/ppt/slides/slide9.xml" Id="R6c9d43c22c814396" /><Relationship Type="http://schemas.openxmlformats.org/officeDocument/2006/relationships/slide" Target="/ppt/slides/slide10.xml" Id="R5efcea3323bb49f6" /><Relationship Type="http://schemas.openxmlformats.org/officeDocument/2006/relationships/slide" Target="/ppt/slides/slide11.xml" Id="Rb7ce63af3d82450a" /><Relationship Type="http://schemas.openxmlformats.org/officeDocument/2006/relationships/slide" Target="/ppt/slides/slide12.xml" Id="R83bad84430af47a2" /><Relationship Type="http://schemas.openxmlformats.org/officeDocument/2006/relationships/slide" Target="/ppt/slides/slide13.xml" Id="R2492c5eadf8e474f" /><Relationship Type="http://schemas.openxmlformats.org/officeDocument/2006/relationships/slide" Target="/ppt/slides/slide14.xml" Id="Rd8f44f3ca1c9489c" /><Relationship Type="http://schemas.openxmlformats.org/officeDocument/2006/relationships/slide" Target="/ppt/slides/slide15.xml" Id="R6dccc6707a854518" /><Relationship Type="http://schemas.openxmlformats.org/officeDocument/2006/relationships/slide" Target="/ppt/slides/slide16.xml" Id="R58c8bbc3548043de" /><Relationship Type="http://schemas.openxmlformats.org/officeDocument/2006/relationships/slide" Target="/ppt/slides/slide17.xml" Id="R00e1010c08f74973" /><Relationship Type="http://schemas.openxmlformats.org/officeDocument/2006/relationships/slide" Target="/ppt/slides/slide18.xml" Id="R566a61c4176d4faf" /><Relationship Type="http://schemas.openxmlformats.org/officeDocument/2006/relationships/slide" Target="/ppt/slides/slide19.xml" Id="R6f394429cfcc4b01" /><Relationship Type="http://schemas.openxmlformats.org/officeDocument/2006/relationships/slide" Target="/ppt/slides/slide20.xml" Id="R3cb9a9cd7b7a47ee" /><Relationship Type="http://schemas.openxmlformats.org/officeDocument/2006/relationships/slide" Target="/ppt/slides/slide21.xml" Id="R112a060af2da410a" /><Relationship Type="http://schemas.openxmlformats.org/officeDocument/2006/relationships/slide" Target="/ppt/slides/slide22.xml" Id="R02f1179e9b4c4768" /><Relationship Type="http://schemas.openxmlformats.org/officeDocument/2006/relationships/slide" Target="/ppt/slides/slide23.xml" Id="R1d2f6f7d972b46e5" /><Relationship Type="http://schemas.openxmlformats.org/officeDocument/2006/relationships/slide" Target="/ppt/slides/slide24.xml" Id="R9c34d1d94e5d45b6" /><Relationship Type="http://schemas.openxmlformats.org/officeDocument/2006/relationships/slide" Target="/ppt/slides/slide25.xml" Id="R20961dd46c594705" /><Relationship Type="http://schemas.openxmlformats.org/officeDocument/2006/relationships/slide" Target="/ppt/slides/slide26.xml" Id="Raf3de2b499b94ce7" /><Relationship Type="http://schemas.openxmlformats.org/officeDocument/2006/relationships/slide" Target="/ppt/slides/slide27.xml" Id="R246ef87dfdd248da" /><Relationship Type="http://schemas.openxmlformats.org/officeDocument/2006/relationships/slide" Target="/ppt/slides/slide28.xml" Id="Rb3c6a2d1a7af4003" /><Relationship Type="http://schemas.openxmlformats.org/officeDocument/2006/relationships/slide" Target="/ppt/slides/slide29.xml" Id="R63bdedeab05746b5" /><Relationship Type="http://schemas.openxmlformats.org/officeDocument/2006/relationships/slide" Target="/ppt/slides/slide30.xml" Id="Rf361c2efdee64570" /><Relationship Type="http://schemas.openxmlformats.org/officeDocument/2006/relationships/slide" Target="/ppt/slides/slide31.xml" Id="R245ebee1fc9e477f" /><Relationship Type="http://schemas.openxmlformats.org/officeDocument/2006/relationships/slide" Target="/ppt/slides/slide32.xml" Id="Re8eb436f8e3f4e4c" /><Relationship Type="http://schemas.openxmlformats.org/officeDocument/2006/relationships/slide" Target="/ppt/slides/slide33.xml" Id="Rd36d41cd6edf4998" /><Relationship Type="http://schemas.openxmlformats.org/officeDocument/2006/relationships/slide" Target="/ppt/slides/slide34.xml" Id="R2659b383aaad4b4e" /><Relationship Type="http://schemas.openxmlformats.org/officeDocument/2006/relationships/slide" Target="/ppt/slides/slide35.xml" Id="Rac6f66b40edf4a7a" /><Relationship Type="http://schemas.openxmlformats.org/officeDocument/2006/relationships/slide" Target="/ppt/slides/slide36.xml" Id="Receda206c9dd4440" /><Relationship Type="http://schemas.openxmlformats.org/officeDocument/2006/relationships/slide" Target="/ppt/slides/slide37.xml" Id="R09bdca178b274846" /><Relationship Type="http://schemas.openxmlformats.org/officeDocument/2006/relationships/slide" Target="/ppt/slides/slide38.xml" Id="R375f15428346439d" /><Relationship Type="http://schemas.openxmlformats.org/officeDocument/2006/relationships/slide" Target="/ppt/slides/slide39.xml" Id="R74c215dcea184ad3" /><Relationship Type="http://schemas.openxmlformats.org/officeDocument/2006/relationships/slide" Target="/ppt/slides/slide40.xml" Id="R0220b5890df64152" /><Relationship Type="http://schemas.openxmlformats.org/officeDocument/2006/relationships/slide" Target="/ppt/slides/slide41.xml" Id="Re3f76d11087642a6" /><Relationship Type="http://schemas.openxmlformats.org/officeDocument/2006/relationships/slide" Target="/ppt/slides/slide42.xml" Id="R2e7f8a4d744e439a" /><Relationship Type="http://schemas.openxmlformats.org/officeDocument/2006/relationships/slide" Target="/ppt/slides/slide43.xml" Id="R1f17d568613d412e" /><Relationship Type="http://schemas.openxmlformats.org/officeDocument/2006/relationships/slide" Target="/ppt/slides/slide44.xml" Id="R1cc07f345b014c6a" /><Relationship Type="http://schemas.openxmlformats.org/officeDocument/2006/relationships/slide" Target="/ppt/slides/slide45.xml" Id="R5857846f96b449e9" /><Relationship Type="http://schemas.openxmlformats.org/officeDocument/2006/relationships/slide" Target="/ppt/slides/slide46.xml" Id="Rc414c852da514d75" /><Relationship Type="http://schemas.openxmlformats.org/officeDocument/2006/relationships/slide" Target="/ppt/slides/slide47.xml" Id="R218f1f38efb540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d474cc7cd249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cfcb1f40d64604" /><Relationship Type="http://schemas.openxmlformats.org/officeDocument/2006/relationships/notesMaster" Target="/ppt/notesMasters/notesMaster1.xml" Id="R1b0f634d397445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47328d37fe4790" /><Relationship Type="http://schemas.openxmlformats.org/officeDocument/2006/relationships/notesMaster" Target="/ppt/notesMasters/notesMaster1.xml" Id="R061c6bb0b32846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a8b4c0ad1043f7" /><Relationship Type="http://schemas.openxmlformats.org/officeDocument/2006/relationships/notesMaster" Target="/ppt/notesMasters/notesMaster1.xml" Id="Re3e2a93029fb43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93474193ff4659" /><Relationship Type="http://schemas.openxmlformats.org/officeDocument/2006/relationships/notesMaster" Target="/ppt/notesMasters/notesMaster1.xml" Id="R635de10b40e744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0befd89a4942fe" /><Relationship Type="http://schemas.openxmlformats.org/officeDocument/2006/relationships/notesMaster" Target="/ppt/notesMasters/notesMaster1.xml" Id="Rd6051a1e53314c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90e1fbeb3c4144" /><Relationship Type="http://schemas.openxmlformats.org/officeDocument/2006/relationships/notesMaster" Target="/ppt/notesMasters/notesMaster1.xml" Id="Ra46dcde983cf44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08a1b3ecbe4081" /><Relationship Type="http://schemas.openxmlformats.org/officeDocument/2006/relationships/notesMaster" Target="/ppt/notesMasters/notesMaster1.xml" Id="R6cc43f57b6d645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10a5dced974dcb" /><Relationship Type="http://schemas.openxmlformats.org/officeDocument/2006/relationships/notesMaster" Target="/ppt/notesMasters/notesMaster1.xml" Id="Rca478633f4cf40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8609de59d949a3" /><Relationship Type="http://schemas.openxmlformats.org/officeDocument/2006/relationships/notesMaster" Target="/ppt/notesMasters/notesMaster1.xml" Id="R1cc5cfa3fd6e44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e72dfe004e4c14" /><Relationship Type="http://schemas.openxmlformats.org/officeDocument/2006/relationships/notesMaster" Target="/ppt/notesMasters/notesMaster1.xml" Id="Re0c0aad76e3b48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1b90505b754255" /><Relationship Type="http://schemas.openxmlformats.org/officeDocument/2006/relationships/notesMaster" Target="/ppt/notesMasters/notesMaster1.xml" Id="Re77448205aaf49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f992ac27084938" /><Relationship Type="http://schemas.openxmlformats.org/officeDocument/2006/relationships/notesMaster" Target="/ppt/notesMasters/notesMaster1.xml" Id="R209ec40c56a445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abee3075374ce4" /><Relationship Type="http://schemas.openxmlformats.org/officeDocument/2006/relationships/notesMaster" Target="/ppt/notesMasters/notesMaster1.xml" Id="R5d27e38731fe4f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a1387eed7b4401" /><Relationship Type="http://schemas.openxmlformats.org/officeDocument/2006/relationships/notesMaster" Target="/ppt/notesMasters/notesMaster1.xml" Id="Rf9afe6223a9140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77ee5b05e54286" /><Relationship Type="http://schemas.openxmlformats.org/officeDocument/2006/relationships/notesMaster" Target="/ppt/notesMasters/notesMaster1.xml" Id="R840c12b517e54e5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22281497ce4430" /><Relationship Type="http://schemas.openxmlformats.org/officeDocument/2006/relationships/notesMaster" Target="/ppt/notesMasters/notesMaster1.xml" Id="R0d866f5e2e1645d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d092632d8c1494b" /><Relationship Type="http://schemas.openxmlformats.org/officeDocument/2006/relationships/notesMaster" Target="/ppt/notesMasters/notesMaster1.xml" Id="R7f4239a13dbf4f9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2651f4828884896" /><Relationship Type="http://schemas.openxmlformats.org/officeDocument/2006/relationships/notesMaster" Target="/ppt/notesMasters/notesMaster1.xml" Id="R5ab10e82fa8b450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663b48fd043486d" /><Relationship Type="http://schemas.openxmlformats.org/officeDocument/2006/relationships/notesMaster" Target="/ppt/notesMasters/notesMaster1.xml" Id="Rde6a8333d0144f4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21e30554ed54ecd" /><Relationship Type="http://schemas.openxmlformats.org/officeDocument/2006/relationships/notesMaster" Target="/ppt/notesMasters/notesMaster1.xml" Id="Rc93eb12b30794ea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2ba68fe047c4017" /><Relationship Type="http://schemas.openxmlformats.org/officeDocument/2006/relationships/notesMaster" Target="/ppt/notesMasters/notesMaster1.xml" Id="R50cca6f98a71426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a8d7868185a4c74" /><Relationship Type="http://schemas.openxmlformats.org/officeDocument/2006/relationships/notesMaster" Target="/ppt/notesMasters/notesMaster1.xml" Id="R046dd680136e4b9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073702e4bee4aa2" /><Relationship Type="http://schemas.openxmlformats.org/officeDocument/2006/relationships/notesMaster" Target="/ppt/notesMasters/notesMaster1.xml" Id="R0be8cab2f17a4df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f367c2864514cf5" /><Relationship Type="http://schemas.openxmlformats.org/officeDocument/2006/relationships/notesMaster" Target="/ppt/notesMasters/notesMaster1.xml" Id="R5780e2fcfcbd446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852832ead654b46" /><Relationship Type="http://schemas.openxmlformats.org/officeDocument/2006/relationships/notesMaster" Target="/ppt/notesMasters/notesMaster1.xml" Id="Ra6c24643b77e4fd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8732ec3b561415c" /><Relationship Type="http://schemas.openxmlformats.org/officeDocument/2006/relationships/notesMaster" Target="/ppt/notesMasters/notesMaster1.xml" Id="R7f0b3ae8fb5e462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e6fd2619b9d4368" /><Relationship Type="http://schemas.openxmlformats.org/officeDocument/2006/relationships/notesMaster" Target="/ppt/notesMasters/notesMaster1.xml" Id="R485fa62fec3242f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d516cceaace4104" /><Relationship Type="http://schemas.openxmlformats.org/officeDocument/2006/relationships/notesMaster" Target="/ppt/notesMasters/notesMaster1.xml" Id="Rc64c02fed76b45f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945cf0e1cd44930" /><Relationship Type="http://schemas.openxmlformats.org/officeDocument/2006/relationships/notesMaster" Target="/ppt/notesMasters/notesMaster1.xml" Id="Re12d7b070e5d455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77f184a9d124a0e" /><Relationship Type="http://schemas.openxmlformats.org/officeDocument/2006/relationships/notesMaster" Target="/ppt/notesMasters/notesMaster1.xml" Id="Rf9a6875730854bf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f55881e77b34440" /><Relationship Type="http://schemas.openxmlformats.org/officeDocument/2006/relationships/notesMaster" Target="/ppt/notesMasters/notesMaster1.xml" Id="R42f946e185ac4f4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a4e251e77c4440e" /><Relationship Type="http://schemas.openxmlformats.org/officeDocument/2006/relationships/notesMaster" Target="/ppt/notesMasters/notesMaster1.xml" Id="R35eb1d310e154ef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04bb503fae94535" /><Relationship Type="http://schemas.openxmlformats.org/officeDocument/2006/relationships/notesMaster" Target="/ppt/notesMasters/notesMaster1.xml" Id="R0ce3633d5742478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f5828655c51410e" /><Relationship Type="http://schemas.openxmlformats.org/officeDocument/2006/relationships/notesMaster" Target="/ppt/notesMasters/notesMaster1.xml" Id="R7ff94df1b022479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7be116bafa44f7e" /><Relationship Type="http://schemas.openxmlformats.org/officeDocument/2006/relationships/notesMaster" Target="/ppt/notesMasters/notesMaster1.xml" Id="Rbc4ce594ce8a483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10cfd611a9b49c2" /><Relationship Type="http://schemas.openxmlformats.org/officeDocument/2006/relationships/notesMaster" Target="/ppt/notesMasters/notesMaster1.xml" Id="Rbd8e980ae70747a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ac9e67a57114248" /><Relationship Type="http://schemas.openxmlformats.org/officeDocument/2006/relationships/notesMaster" Target="/ppt/notesMasters/notesMaster1.xml" Id="R94471772431a402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1578a18036a45e6" /><Relationship Type="http://schemas.openxmlformats.org/officeDocument/2006/relationships/notesMaster" Target="/ppt/notesMasters/notesMaster1.xml" Id="Ra054e8c09823488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536683196264ff0" /><Relationship Type="http://schemas.openxmlformats.org/officeDocument/2006/relationships/notesMaster" Target="/ppt/notesMasters/notesMaster1.xml" Id="Rfd4ebb751a504e3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bae5eb41c774cd0" /><Relationship Type="http://schemas.openxmlformats.org/officeDocument/2006/relationships/notesMaster" Target="/ppt/notesMasters/notesMaster1.xml" Id="R436120b8a65143d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29a6e34e78b45fd" /><Relationship Type="http://schemas.openxmlformats.org/officeDocument/2006/relationships/notesMaster" Target="/ppt/notesMasters/notesMaster1.xml" Id="R233f4a24a2714ef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89d59d76ba44e21" /><Relationship Type="http://schemas.openxmlformats.org/officeDocument/2006/relationships/notesMaster" Target="/ppt/notesMasters/notesMaster1.xml" Id="Rc2fae3e7da3c431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66c704dd4dd49c7" /><Relationship Type="http://schemas.openxmlformats.org/officeDocument/2006/relationships/notesMaster" Target="/ppt/notesMasters/notesMaster1.xml" Id="R93a01b86adf042b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b5737931fbe4bac" /><Relationship Type="http://schemas.openxmlformats.org/officeDocument/2006/relationships/notesMaster" Target="/ppt/notesMasters/notesMaster1.xml" Id="Ra98f52a4e6b747d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1a8a36399c44b83" /><Relationship Type="http://schemas.openxmlformats.org/officeDocument/2006/relationships/notesMaster" Target="/ppt/notesMasters/notesMaster1.xml" Id="R47684899089143b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dee6d36ec464cae" /><Relationship Type="http://schemas.openxmlformats.org/officeDocument/2006/relationships/notesMaster" Target="/ppt/notesMasters/notesMaster1.xml" Id="Rc5e445afd6c543c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747bad70e2f4df7" /><Relationship Type="http://schemas.openxmlformats.org/officeDocument/2006/relationships/notesMaster" Target="/ppt/notesMasters/notesMaster1.xml" Id="Rd8fe14688c694b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0:00–4:00。坪田まゆみが挨拶。10分で一つのフレーズの聞こえ方を比べる体験を約束する。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LPと同じ悩みを提示。相手の発言を聞き逃して返答が止まる場面を話す。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約10分のワークの予告。全ての英語が聞こえる保証ではなく、一つのフレーズの前後比較である。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4:00–10:00。数字と経歴は最新プロフィールに基づく。本人の実写真を使用。本人が最初は聞こえなかった等の原体験は未確認のため語らない。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オプトインLPと最新版プロフィールで確認済みの経歴。肩書や社名の利用範囲は収録前に本人と照合。実績は21日間講座の成果保証ではない。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議題と資料は分かっていても、発言の一語を拾えない場面を描く。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勉強量を増やす前に自分の課題を分ける必要を説明。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10:00–18:00。音のズレの一般説明。ここでは音声Aの英文を表示しない。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英語の強弱の概念を、特定のワーク英文を明かさずに説明する。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聞こえない原因を音の予測のズレとして説明。語彙や意味が原因の場合もある。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化石化は全員が必ず悪化する意味ではない。必要以上に不安をあおらない。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この順番をワークと講座の共通言語にする。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教育研究のフィードバック分析は「内容で働きが変わる」根拠。出典：Wisniewskiほか（2020）, Frontiers in Psychology, https://www.frontiersin.org/journals/psychology/articles/10.3389/fpsyg.2019.03087/full 。坪田講座の効果証明にはしない。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18:00–21:00。音声Aを出す前の準備。録音できなくても声に出すだけで進められる。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英文と意味をまだ見せない。正解を急がせない。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21:00–33:00。音声A He must have been busy. を字幕なしで2回。初回と後の26枚目は同じ音声ファイルを使う。各回後に台本どおり待機。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忙しい等の語が拾えたか。個人の反応を決めつけない。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音声Aの英文をここで初めて表示。文字なら分かるかを確認する。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強弱の説明は坪田さんの実際の発話に合わせ、複数の自然な言い方を否定しない。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坪田さんがゆっくり版と自然な版を実演。字幕は発話と同期。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聞き分けの対象を一箇所に絞る。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発声待ちを3回。画面は発声中そのまま保持。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強いところと弱く短くなるところを意識して発声。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録音・再生に約60秒。録音が難しければ長さと切れ目を意識して発声。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全部の音を一度に採点しない。見本と違う部分を一つだけ選ぶ。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16枚目と完全に同一の音声Aを字幕なしで再生。理解・記憶の影響があるため、この一回で全体の聞き取り改善と断定しない。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音声B It must have been a long meeting. を英文非表示で2回。Aと違う文で確かめる。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英文Bをここで初めて表示。must have been を見つけたか確認し、一度声に出す。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33:00–40:00。どの結果も価値があることを伝え、練習の選び方に進む。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一文の体験を他の文へ広げる。会議全体が聞こえる保証にしない。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聞こえなかったことを失敗扱いしない。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発音が主因でない場合は語彙や文の意味を先に見る。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商品への橋。ここでは商品名を先出しせず、自分の音を見立てる価値を説明。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40:00–53:00。ここで商品名を初めて大きく表示する。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仕事の場面、これまでの学習、聞こえない音を確認。音以外の課題も見分ける。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カリキュラムの順番。日数と教材の表示は商品正本に合わせる。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販売ページで使用済みの坪田学習アプリ画面。細かい本文を読ませず、毎日の進め方を見せる。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実際に教材にある仕事の英語例文を、坪田さんが一つ紹介する。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提出音声への添削は合計3回。現時点では個別添削の実物・音声を未入手。実例を入れる際は掲載許可と指導内容を本人に確認する。毎日の録音全部を坪田さんが見る意味ではない。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21日間後の見直し。全ての英語が聞こえる保証をしない。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発音診断45分はこの個別2回と別枠。会員サイトとアプリは初回個別後から30日間閲覧。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学習経験者向け。声に出して練習し、途中で自分の音を修正できる方。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通常購入者向けのオファー分岐動画で使用するスライド。診断購入者向けの動画ではこのスライドを使用しない。視聴中価格の条件は実際の配信・決済時刻と一致させる。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この44枚目は診断購入者向け分岐動画の専用スライド。通常向けの動画では使用しない。診断45分は講座の個別60分×2回と別枠。実際の差額決済額と一致させる。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一日の学習は平均15–20分程度が目安。「10ミニッツ」は総学習時間10分の保証ではない。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57:00–60:00。自分で別文へ広げる道と、坪田さんの見立て・添削で進む道を示す。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教育本編は共通。通常向けと診断購入者向けのオファーと申込案内は分岐動画として収録する。表示中の経路の申込欄と決済額を一致させる。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4a6ad4c9949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6bb03360e541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58d869eb246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240af292d45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c14f973b1c4a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75c875210943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A41D2E-9571-423A-B9FD-9FCEF71C61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C84465-417A-4783-9813-5BA34E3C49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993440B-67B0-409D-A432-C23A1BAF5E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DE00F6-38F1-4CC9-A6CC-4781C11F70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C294C7-7020-411F-AB39-D4F71C80C0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1F96A2-BCF5-45DE-B617-DB6C727EBD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F206A3-3D3A-4F35-B166-DCB137D591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6F55A7-D93A-448A-8DAA-9E8CED06FD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B459D2-FFD8-49F4-9DC9-BDEC8DB78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AB32A6-97A5-42C9-B63D-10C1BC6F7B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a20bf6af6a4233" /><Relationship Type="http://schemas.openxmlformats.org/officeDocument/2006/relationships/slideLayout" Target="/ppt/slideLayouts/slideLayout1.xml" Id="Rf1def1dab4004d3a" /><Relationship Type="http://schemas.openxmlformats.org/officeDocument/2006/relationships/slideLayout" Target="/ppt/slideLayouts/slideLayout2.xml" Id="R7162d5408dcf4117" /><Relationship Type="http://schemas.openxmlformats.org/officeDocument/2006/relationships/slideLayout" Target="/ppt/slideLayouts/slideLayout3.xml" Id="R32954f863e6c471a" /><Relationship Type="http://schemas.openxmlformats.org/officeDocument/2006/relationships/slideLayout" Target="/ppt/slideLayouts/slideLayout4.xml" Id="R8341f183e81e41c7" /><Relationship Type="http://schemas.openxmlformats.org/officeDocument/2006/relationships/slideLayout" Target="/ppt/slideLayouts/slideLayout5.xml" Id="Ra8510c5fd55543ae" /><Relationship Type="http://schemas.openxmlformats.org/officeDocument/2006/relationships/slideLayout" Target="/ppt/slideLayouts/slideLayout6.xml" Id="R856e07e6b90246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def1dab4004d3a"/>
    <p:sldLayoutId xmlns:r="http://schemas.openxmlformats.org/officeDocument/2006/relationships" id="2147483650" r:id="R7162d5408dcf4117"/>
    <p:sldLayoutId xmlns:r="http://schemas.openxmlformats.org/officeDocument/2006/relationships" id="2147483651" r:id="R32954f863e6c471a"/>
    <p:sldLayoutId xmlns:r="http://schemas.openxmlformats.org/officeDocument/2006/relationships" id="2147483652" r:id="R8341f183e81e41c7"/>
    <p:sldLayoutId xmlns:r="http://schemas.openxmlformats.org/officeDocument/2006/relationships" id="2147483653" r:id="Ra8510c5fd55543ae"/>
    <p:sldLayoutId xmlns:r="http://schemas.openxmlformats.org/officeDocument/2006/relationships" id="2147483654" r:id="R856e07e6b90246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987fd4e9e3409b" /><Relationship Type="http://schemas.openxmlformats.org/officeDocument/2006/relationships/notesSlide" Target="/ppt/notesSlides/notesSlide1.xml" Id="R5a5f067ef4d748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f9166caf446e4" /><Relationship Type="http://schemas.openxmlformats.org/officeDocument/2006/relationships/notesSlide" Target="/ppt/notesSlides/notesSlide2.xml" Id="R1305199fd6784e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d342ed89804384" /><Relationship Type="http://schemas.openxmlformats.org/officeDocument/2006/relationships/notesSlide" Target="/ppt/notesSlides/notesSlide3.xml" Id="R593f1d7da16341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562a585de9486d" /><Relationship Type="http://schemas.openxmlformats.org/officeDocument/2006/relationships/image" Target="/ppt/media/image.png" Id="R164ffaf8fa814ce9" /><Relationship Type="http://schemas.openxmlformats.org/officeDocument/2006/relationships/notesSlide" Target="/ppt/notesSlides/notesSlide4.xml" Id="R15926ae15d7b42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965ea4429f49a2" /><Relationship Type="http://schemas.openxmlformats.org/officeDocument/2006/relationships/notesSlide" Target="/ppt/notesSlides/notesSlide5.xml" Id="R5c02ee7c2f6745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321bd028b8427e" /><Relationship Type="http://schemas.openxmlformats.org/officeDocument/2006/relationships/notesSlide" Target="/ppt/notesSlides/notesSlide6.xml" Id="R41a0009668b846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56b0e811af4a87" /><Relationship Type="http://schemas.openxmlformats.org/officeDocument/2006/relationships/notesSlide" Target="/ppt/notesSlides/notesSlide7.xml" Id="R7af37065070b42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34538ca5d149ff" /><Relationship Type="http://schemas.openxmlformats.org/officeDocument/2006/relationships/notesSlide" Target="/ppt/notesSlides/notesSlide8.xml" Id="R15dc2c94ecbe46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5342f9fe174405" /><Relationship Type="http://schemas.openxmlformats.org/officeDocument/2006/relationships/notesSlide" Target="/ppt/notesSlides/notesSlide9.xml" Id="Rf8596370ab634c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88393753e8497a" /><Relationship Type="http://schemas.openxmlformats.org/officeDocument/2006/relationships/notesSlide" Target="/ppt/notesSlides/notesSlide10.xml" Id="Rf72fa62d383b43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55d36789a646f5" /><Relationship Type="http://schemas.openxmlformats.org/officeDocument/2006/relationships/notesSlide" Target="/ppt/notesSlides/notesSlide11.xml" Id="R453762a1eb6644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7f9f9ca1214dd4" /><Relationship Type="http://schemas.openxmlformats.org/officeDocument/2006/relationships/notesSlide" Target="/ppt/notesSlides/notesSlide12.xml" Id="R423bb03a71954f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6aff9e0ec54b56" /><Relationship Type="http://schemas.openxmlformats.org/officeDocument/2006/relationships/notesSlide" Target="/ppt/notesSlides/notesSlide13.xml" Id="R232e64ed3c934b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36b73b6165408d" /><Relationship Type="http://schemas.openxmlformats.org/officeDocument/2006/relationships/notesSlide" Target="/ppt/notesSlides/notesSlide14.xml" Id="R87e0994ea8a24c9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d0a583c3a046bb" /><Relationship Type="http://schemas.openxmlformats.org/officeDocument/2006/relationships/notesSlide" Target="/ppt/notesSlides/notesSlide15.xml" Id="R6b80cefeb3a348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120be7cd074956" /><Relationship Type="http://schemas.openxmlformats.org/officeDocument/2006/relationships/notesSlide" Target="/ppt/notesSlides/notesSlide16.xml" Id="Ra8e4368133d44ed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f3f8607474f1f" /><Relationship Type="http://schemas.openxmlformats.org/officeDocument/2006/relationships/notesSlide" Target="/ppt/notesSlides/notesSlide17.xml" Id="R4a236a6feb2e43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a476299d7d40aa" /><Relationship Type="http://schemas.openxmlformats.org/officeDocument/2006/relationships/notesSlide" Target="/ppt/notesSlides/notesSlide18.xml" Id="Rdb9acf9d17c9456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0e84bfe4d4be5" /><Relationship Type="http://schemas.openxmlformats.org/officeDocument/2006/relationships/notesSlide" Target="/ppt/notesSlides/notesSlide19.xml" Id="Rc4157ec12198417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4cd488c18a472f" /><Relationship Type="http://schemas.openxmlformats.org/officeDocument/2006/relationships/notesSlide" Target="/ppt/notesSlides/notesSlide20.xml" Id="Rc9a534666a0346e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734a6357b34ba7" /><Relationship Type="http://schemas.openxmlformats.org/officeDocument/2006/relationships/notesSlide" Target="/ppt/notesSlides/notesSlide21.xml" Id="R739b778f860a41a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32c090a63c47de" /><Relationship Type="http://schemas.openxmlformats.org/officeDocument/2006/relationships/notesSlide" Target="/ppt/notesSlides/notesSlide22.xml" Id="R244d787f4289499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bd4fe511ac46a5" /><Relationship Type="http://schemas.openxmlformats.org/officeDocument/2006/relationships/notesSlide" Target="/ppt/notesSlides/notesSlide23.xml" Id="Rb36c84193d6e4dd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dcd552b144230" /><Relationship Type="http://schemas.openxmlformats.org/officeDocument/2006/relationships/notesSlide" Target="/ppt/notesSlides/notesSlide24.xml" Id="R709560d439f1411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8c2a36075642e8" /><Relationship Type="http://schemas.openxmlformats.org/officeDocument/2006/relationships/notesSlide" Target="/ppt/notesSlides/notesSlide25.xml" Id="R78ae17da751d437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480debff864d40" /><Relationship Type="http://schemas.openxmlformats.org/officeDocument/2006/relationships/notesSlide" Target="/ppt/notesSlides/notesSlide26.xml" Id="R8669b2b510b340e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c1b828cc5f4668" /><Relationship Type="http://schemas.openxmlformats.org/officeDocument/2006/relationships/notesSlide" Target="/ppt/notesSlides/notesSlide27.xml" Id="Rf58943832a48427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66ff8e3b8c45e3" /><Relationship Type="http://schemas.openxmlformats.org/officeDocument/2006/relationships/notesSlide" Target="/ppt/notesSlides/notesSlide28.xml" Id="Rbdc1ab2f4a6545b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06a562455c4d1f" /><Relationship Type="http://schemas.openxmlformats.org/officeDocument/2006/relationships/notesSlide" Target="/ppt/notesSlides/notesSlide29.xml" Id="R9c9e3a4093a64ab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32edf1af9e4026" /><Relationship Type="http://schemas.openxmlformats.org/officeDocument/2006/relationships/notesSlide" Target="/ppt/notesSlides/notesSlide30.xml" Id="R17eadf98b722437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715fc1313747b3" /><Relationship Type="http://schemas.openxmlformats.org/officeDocument/2006/relationships/notesSlide" Target="/ppt/notesSlides/notesSlide31.xml" Id="R8ce0661a6b4844e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fa4e0656ad4861" /><Relationship Type="http://schemas.openxmlformats.org/officeDocument/2006/relationships/notesSlide" Target="/ppt/notesSlides/notesSlide32.xml" Id="R47f0d696635d4ca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d1abe798674cca" /><Relationship Type="http://schemas.openxmlformats.org/officeDocument/2006/relationships/notesSlide" Target="/ppt/notesSlides/notesSlide33.xml" Id="R050a6331484e43c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bd0a1e5b294e07" /><Relationship Type="http://schemas.openxmlformats.org/officeDocument/2006/relationships/notesSlide" Target="/ppt/notesSlides/notesSlide34.xml" Id="Re2e10797ae0b4de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e9eff037f248d4" /><Relationship Type="http://schemas.openxmlformats.org/officeDocument/2006/relationships/notesSlide" Target="/ppt/notesSlides/notesSlide35.xml" Id="Rbbf71576b6494ed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5bf6fb268442c4" /><Relationship Type="http://schemas.openxmlformats.org/officeDocument/2006/relationships/notesSlide" Target="/ppt/notesSlides/notesSlide36.xml" Id="R20fabdcc00894f4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3e58f7176e463f" /><Relationship Type="http://schemas.openxmlformats.org/officeDocument/2006/relationships/image" Target="/ppt/media/image2.png" Id="R83b61bb7dfbe4efc" /><Relationship Type="http://schemas.openxmlformats.org/officeDocument/2006/relationships/image" Target="/ppt/media/image3.png" Id="R973f3d4845444891" /><Relationship Type="http://schemas.openxmlformats.org/officeDocument/2006/relationships/image" Target="/ppt/media/image4.png" Id="R1be401ca1ae244b1" /><Relationship Type="http://schemas.openxmlformats.org/officeDocument/2006/relationships/notesSlide" Target="/ppt/notesSlides/notesSlide37.xml" Id="Rbac0a684094b4f9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e807ca8f8140d3" /><Relationship Type="http://schemas.openxmlformats.org/officeDocument/2006/relationships/notesSlide" Target="/ppt/notesSlides/notesSlide38.xml" Id="R2b2e56c1260542f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8d62d6d4e64985" /><Relationship Type="http://schemas.openxmlformats.org/officeDocument/2006/relationships/notesSlide" Target="/ppt/notesSlides/notesSlide39.xml" Id="R98fa656a5cb4400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7323f4e1ff456e" /><Relationship Type="http://schemas.openxmlformats.org/officeDocument/2006/relationships/notesSlide" Target="/ppt/notesSlides/notesSlide40.xml" Id="Ra8c6b743f66e42f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039b25dea24931" /><Relationship Type="http://schemas.openxmlformats.org/officeDocument/2006/relationships/notesSlide" Target="/ppt/notesSlides/notesSlide41.xml" Id="Rb19b45be4425458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1f789b075d4679" /><Relationship Type="http://schemas.openxmlformats.org/officeDocument/2006/relationships/notesSlide" Target="/ppt/notesSlides/notesSlide42.xml" Id="Ra5b6e13b41bd417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34d0fcce04056" /><Relationship Type="http://schemas.openxmlformats.org/officeDocument/2006/relationships/notesSlide" Target="/ppt/notesSlides/notesSlide43.xml" Id="R02413742c80e463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a3299d4f84f36" /><Relationship Type="http://schemas.openxmlformats.org/officeDocument/2006/relationships/notesSlide" Target="/ppt/notesSlides/notesSlide44.xml" Id="R6c09077c1b4a45c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ed098cc01c4b89" /><Relationship Type="http://schemas.openxmlformats.org/officeDocument/2006/relationships/notesSlide" Target="/ppt/notesSlides/notesSlide45.xml" Id="Rc74aaeee302d4f9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aed18d5f69432e" /><Relationship Type="http://schemas.openxmlformats.org/officeDocument/2006/relationships/notesSlide" Target="/ppt/notesSlides/notesSlide46.xml" Id="Rf91b0f0a56cf4e1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73f7edc969410d" /><Relationship Type="http://schemas.openxmlformats.org/officeDocument/2006/relationships/notesSlide" Target="/ppt/notesSlides/notesSlide47.xml" Id="Ra81a953348fe41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C3500-4A9B-407D-8AC0-178F4909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191AA-FBA2-46F5-9E96-54ECE6AD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51A1F-3B48-4CCE-9200-2EE132A9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6300"/>
            <a:ext cx="1043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仕事で英語を使う40代・50代へ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7898D-5BBB-4117-B8E5-E53EE52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10439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9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9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9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9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9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9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9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9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9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9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9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魔法の10ミニッツ</a:t>
            </a:r>
          </a:p>
          <a:p xmlns:a="http://schemas.openxmlformats.org/drawingml/2006/main">
            <a:pPr algn="ctr">
              <a:defRPr sz="49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9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発音メソッド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0CB7E-D757-43CD-BA4B-11E71F3D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95700"/>
            <a:ext cx="276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8C4DD-BE48-44DC-975F-EEC530E3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6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6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6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6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6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6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6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6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6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6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英会話が驚くほど上達する</a:t>
            </a:r>
          </a:p>
          <a:p xmlns:a="http://schemas.openxmlformats.org/drawingml/2006/main">
            <a:pPr algn="ctr">
              <a:defRPr sz="26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6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無料オンラインセミナー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1CEAE-44E1-4666-8AA7-E7B7920F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578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英語のパーソナルトレーナー　坪田まゆみ</a:t>
            </a:r>
          </a:p>
        </p:txBody>
      </p:sp>
    </p:spTree>
    <p:extLst>
      <p:ext uri="{BB962C8B-B14F-4D97-AF65-F5344CB8AC3E}">
        <p14:creationId xmlns:p14="http://schemas.microsoft.com/office/powerpoint/2010/main" val="1139721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AFC4B-29BA-43E0-A0CB-19DAE475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AE2DB-F590-428D-8F36-F47158FA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852F1-4B44-43BB-903F-339862C9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英文資料は読めるのに、</a:t>
            </a:r>
          </a:p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会議では知っている言葉を聞き逃す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E94B9-835A-4640-91DA-C1D9BAF5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924E4-4B56-4873-8FB0-434DE9EF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仕事で英語を使う40代・50代へ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1FE7E-9B40-4FB6-986E-A2E96A32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811757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34286-508C-472E-9EAF-C8D83B03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9E1E4-C78A-4486-AC1D-8AEC0EFB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63203-3EFF-49AF-83E8-47A79C6F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たった10分で、</a:t>
            </a:r>
          </a:p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聞こえ方を比べる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66F16-5538-4241-B8DB-44565FB2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12101-5A43-44AD-B833-C31957BF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一つのフレーズを聞く。声に出す。同じ音声をもう一度聞く。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189D5-E32C-460B-B685-D4229B21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016451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9EEEF-53AA-41BF-A7D6-B9F9B44F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9A4A9-0D30-4FD4-9B1C-9E1B4EBB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66ACE-336A-4DCA-84CE-38DD7189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9625"/>
            <a:ext cx="6334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4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44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44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44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44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44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44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44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44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44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44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4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坪田まゆみ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4F6FD-0E1F-49C5-873A-75101842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6096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米国留学4年・現地企業で1年勤務</a:t>
            </a:r>
          </a:p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講師歴25年以上</a:t>
            </a:r>
          </a:p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のべ4,000人を指導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1EE98-9764-4DF9-9E05-0785D4D9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609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4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4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4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4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4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4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4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4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4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あなたの音を聞き、直す場所を絞ります。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E5FB0-B237-4F3B-B1F1-1EF995D45E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ffaf8fa814ce9"/>
          <a:srcRect xmlns:a="http://schemas.openxmlformats.org/drawingml/2006/main" l="0" t="1945" r="0" b="19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904875"/>
            <a:ext cx="3476625" cy="500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A71D9-B66F-490D-AAD8-97880D92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463975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4BE20-9761-4E94-806B-CA6F853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B64ED-548E-4EC0-B1F7-41E47BFB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AE61C-F2A9-44B3-9187-A17145AA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英会話から企業研修まで</a:t>
            </a:r>
          </a:p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25年以上の現場経験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A310E-E03C-4E7C-A737-DE941BA9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67F34-632E-427F-A184-527ED236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GEOS・ベルリッツで英会話を指導</a:t>
            </a:r>
          </a:p>
          <a:p xmlns:a="http://schemas.openxmlformats.org/drawingml/2006/main">
            <a:pPr algn="ctr">
              <a:defRPr sz="2475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English Company・STRAILで英語コーチング</a:t>
            </a:r>
          </a:p>
          <a:p xmlns:a="http://schemas.openxmlformats.org/drawingml/2006/main">
            <a:pPr algn="ctr">
              <a:defRPr sz="2475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JT・シャープなどの企業研修</a:t>
            </a:r>
          </a:p>
          <a:p xmlns:a="http://schemas.openxmlformats.org/drawingml/2006/main">
            <a:pPr algn="ctr">
              <a:defRPr sz="2475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同志社大学・京都女子大学でも指導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DB251-7922-4C0C-BC1E-CC3D5E69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305365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B9B41-973B-4AB9-A214-AF9FA22B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82A3F-12AD-41C5-9FF0-53B091DE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E3CA8-0F7B-4316-AB83-89252056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会議で止まる、一瞬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D6D51-B6E8-4870-B36D-609A9E05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08EF4-CB52-456E-AACA-41D3B84F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知っている一語が、つながった音の中に埋もれる。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55240-D243-48BC-B632-0427E5F7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603237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228D9-3E89-4CEF-B2EF-228E76F9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9DBC4-3C8E-4B2F-AE85-FA66CFC7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4CEBF-5309-4CC4-98F9-A3FA1708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練習を増やす前に、</a:t>
            </a:r>
          </a:p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止まる場所を知る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EDE86-B108-44DC-9059-B0475D65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45E68-791F-4BB4-97E1-ECDB7F0B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単語を足す前に、聞こえなかった音を確かめる。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0F5DD-F1E3-4035-B5D7-91B53FD6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622289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43A5A-49A5-4F38-9095-590F6081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98634-622B-4C83-A91E-6FA695ED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9E78B-2ECF-453B-B6F7-1DC7934F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文字で見る英語と、</a:t>
            </a:r>
          </a:p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会話で聞く音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05A7F-6F6A-4FCA-82F7-2D28874C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D8069-CFEB-469C-A4F1-D1FF5DB1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同じ単語でも、文の中では強さと長さが変わります。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0176C-D0E1-48F2-9E06-66417748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423768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A81F5-1AD6-410B-8670-7A55B153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68799-FFE4-4292-89D7-9B32C35B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12E1E-B6D4-4E33-9FF8-18E94005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強くなる語、</a:t>
            </a:r>
          </a:p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弱く短くなる語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7DF21-8BD1-4764-B9B2-31ABA834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D7BB2-9DC5-41E5-BEEC-B5218C75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全部の語が、同じ強さでは話されません。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5D285-51B6-4D56-A07D-6B5C4810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562946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0D59D-D738-4E7D-AE18-A95927C3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5F6D8-A8DB-428E-81EC-95064548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F277E-B48B-4791-8648-93DD9DB4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知っている単語が、</a:t>
            </a:r>
          </a:p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知らない音に聞こえる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43460-4F79-4F2B-82AD-43C57751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167F5-0542-4F7D-99D2-C0849FF4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頭の中で待っていた音と、実際に届く音が違う。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5CE85-F792-4DA2-ABC3-38132B2A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091145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4C255-2BE1-4311-942B-6B6DC2EF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A7362-3E45-4F0F-BE37-54FA4282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E794E-A880-4E96-A0D0-0D3A2F17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慣れた読み方が</a:t>
            </a:r>
          </a:p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残ることがある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F3A77-FD66-4C9F-B3D5-E9C2633A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4C87E-52F1-4B30-AF5E-372B820A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同じ音で繰り返すほど、その言い方に慣れてしまう場合があります。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A80D5-C68B-44D2-AF37-2CE177A3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667487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FB152-E6F9-4626-B608-67CBD423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4D3B5-3000-4CD4-97C6-8A974923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15660-E4CD-44D0-9886-478F3FEB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0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音を見直す四つの動作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271B8-70E9-425A-AE86-CF1EAE4D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D6498-5066-4064-8771-2E60EA80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聞く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EE43C-E42F-4FAC-B6E4-FB19FADD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30FAA-90F4-44C4-B2EA-821B6E52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特徴を知る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44376-9833-4C60-B99F-F0DB3AE5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A2B49-B4C5-42FD-80E5-7F5E5A6A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自分で出す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D17F9-51A9-4042-A34A-300748EB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07281-5175-4B88-B74A-CD312030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7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比べて直す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D4699-40FA-4739-AA4A-9648F4F2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11681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C08EB-C3ED-4272-A5A0-297271C1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8ABD9-4BB4-4F04-A1CE-624A5656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79B6E-C4E9-4E69-A245-33C8EC16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次に直す一箇所が分かる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65079-160E-4153-A1E4-E7A52679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0129F-C6DC-49DE-88DD-C83EB55E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正誤だけで終わらず、どこをどう練習するかまで。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22E42-0E23-474D-8A06-4606F9E2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43794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4E842-0B8F-4EC2-9CB2-052D1B77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BA41F-5482-40F3-8D1A-40D233B8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F5BE2-7C8A-4849-8ED9-99C4BBF2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最初は、英文を見ずに聞く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953C9-130C-4CE2-8B23-2CEAB6D9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03018-1539-42DC-A3F0-F0341F9C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メモできるものを用意してください。録音は任意です。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0CD82-A348-4C39-9E73-4A137E56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551079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D0D8E-6F2D-4AAB-A45F-C8A04467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AFD4A-5CE9-459B-8E6B-F2A2E4AD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38631-33C7-416F-9C51-484CEE34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最初の聞こえ方を残す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5B5C3-07AF-4A14-8B02-4A502D28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3901C-1ADB-41F7-8B01-274A095E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聞こえた語と、聞き取れなかった場所をメモ。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02C88-347A-4213-B917-DA8C25BF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008454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37906-C444-42E3-BEFB-121BEE58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E82D5-C28F-430F-9985-FBB36B23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12AED-505B-46D1-9A6B-40FFBC42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音だけを聞いてください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3E6EB-041B-44B0-BB01-4C621388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6149D-2FC2-4309-AE9A-90004B27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聞こえた語を、一つだけでもメモ。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E914B-1471-4779-8ACD-94BDF81E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953457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3C05E-7464-4F6F-B06F-A61865D4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64BF9-D0A4-4CC2-893D-0564EEEC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FAB69-40DA-4CCE-B99E-D842B33A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最初のメモ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1A821-8DBD-4F35-8E28-FBF639B2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EBE5D-9EEA-4819-9B7F-AC4FB09B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どこが聞こえましたか。</a:t>
            </a:r>
          </a:p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まだ答えは出しません。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F54ED-CFF0-492C-A41A-17B7E2C9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165350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07D3A-8AF3-4F24-B7A8-47D15C37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C6D5B-EC1E-4B99-8ECD-5EB68CEF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A52C8-6C0A-4621-AD48-2CBCCE9A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He must have been busy.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19ABA-9EAE-4B5B-9221-9B03C8D4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2C617-F858-4161-AC49-14EC43F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彼は忙しかったに違いない。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9CE3C-78ED-4FBA-A78B-88B5D38E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48597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B5300-27D9-4FEA-96F1-05735FC6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99EBB-8B2F-44D1-BAA8-57EEA054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F2C68-DFC0-4A6C-AC13-8F9BFFC0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must have been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3AEA9-981B-44E7-8AFC-D4DC2599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D4F41-F594-457D-A760-F1FBDC00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三つの単語を、会話の中で一つのまとまりとして聞く。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412F8-DA1A-48BB-A0F2-1CB9E9E9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406492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1EF7F-1467-44E9-A38C-26E6732F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B6E79-5FF8-4336-9F46-3085D7B5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1BD08-1B17-48B7-9A8A-FE0F4B3B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一語ずつ／会話の速さ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489FE-7608-4B9D-A0A4-1F78BB52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DFBCB-C7B3-4D14-B300-C5906748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坪田まゆみの見本を、二つの速さで聞く。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B3F91-4E58-4A5F-823E-1B13422B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877196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00F50-4834-46CB-B742-D20779C4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FC859-89D3-4B0C-BAB2-F3DD0977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4F64B-C34A-4BCA-9B67-EE6A7D3A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短くなる部分を聞く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57B17-34F4-4642-87E6-0BE0ADF6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16EE9-B07F-4E0C-B170-DEA85026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真ん中の have は、短く弱くなることがあります。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9345E-B862-4F6F-B5AB-731A698D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817996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15F0E-546A-40A8-94A8-6E5CB307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DDE7E-35B9-4C46-BD5D-C99FC46A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60061-A2E7-4E09-93D2-AB249078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must have been を3回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3974F-D97E-4CC8-AAEC-B9EFBB2E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44D87-2444-481B-AF33-FCBF16D5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見本のあとに、声に出してください。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7824A-BFB5-4741-BDBC-FC43FCEC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298939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060E3-DB6A-436A-B8EC-146A4110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D658F-A3BE-4866-A267-E2C7AC77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DD9E6-BF82-49C4-97CE-E09C43FC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He must have been busy.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E118E-7FA7-4334-BA2C-C75AD829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5D6C9-085F-4006-823E-E21047F1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今度は文全体を2回。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CFBEF-6180-4FA1-92F0-A44C6E18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3559610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D5E5F-FD09-46BD-8866-61B2D069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FE1A6-337B-4051-8A67-02838BB2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F9F27-B072-4F38-8A61-5B64B743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自分の声を一度聞く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EDFD4-07DA-4657-A850-6CF40075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6BF5E-EC40-426D-B9E5-B4877FA3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録音できる方は、ここで一回録ってください。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F2D55-490D-4407-8DC9-253A99AC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949195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AB896-F0E1-4F5C-A136-035D329D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A2E3C-7D0E-4B91-A99B-24669FDA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EAAA0-3480-48F8-8AA5-DB014994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直す場所は一箇所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9E6D0-7980-4F21-8B1F-0456929A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3DCA8-D438-4E66-BFC7-778DD917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長さか、つながりか。</a:t>
            </a:r>
          </a:p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一つ選んで言い直す。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E9FCD-BCA6-43EA-A036-27485DE1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8892376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F193F-9132-48F2-9171-CCDBA671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9B584-2FE1-4DFB-A4AC-87C0FA10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8F189-948B-4845-B3EC-C797A131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同じ音声を、もう一度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E83C2-A370-4FD3-B040-2BAAD460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AC67D-42C8-436C-B930-5981207E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最初より聞き取りやすい部分はありますか。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52FE6-0A5C-4FFC-BA65-253855B6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83247105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93805-C248-42C5-95BE-6A424E0C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E4768-C402-42A0-82AE-055B9BD0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7974F-576B-431F-A1AB-5C86DC10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別の文を、聞いてください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F7EBD-E12D-41BD-92D6-6DE18C43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8D910-9B29-4E4F-BD2D-FDCE81DE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さっき練習した音のまとまりを探す。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5FC49-2BB8-4246-AFD9-DA32CF61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91459568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AAB89-909D-428F-BFA5-FE54B44D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6A3FE-92CC-41CB-95B8-4FC80A60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7E3D0-1645-4B1E-9FD9-4CB9361A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It must have been</a:t>
            </a:r>
          </a:p>
          <a:p xmlns:a="http://schemas.openxmlformats.org/drawingml/2006/main">
            <a:pPr algn="ctr">
              <a:def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5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a long meeting.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A373D-68B3-4465-8271-E6196E17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0CDD7-D54F-4AB9-B5A9-3E0C96EA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長い会議だったに違いない。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F2A69-58B2-4142-9FDF-6C33CB4C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52790060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0B065-CD4A-4ACC-A943-2551515A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3E4CB-4998-4EEC-BBD2-1A2A8A70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1BFAB-6035-451E-BF83-858529EF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結果は三つに分かれる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AD3FE-0865-4AEC-96E4-A899E4FF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DB8E9-683A-4390-8678-63B15AEC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拾えた／まだ難しい／意味が分からなかった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CBA90-AE6F-4A02-875B-E396A13C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11518851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1CCB4-853E-44BD-B83E-FD70C74F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C155D-3EA2-4AA9-9FB0-6EFE0AB1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3042B-A244-4A0D-89C9-B17D647B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一部分を拾えた方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D6F7E-E59F-40F4-B77B-1B6C2ED9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35FDD-4946-4ADC-B167-EE244D47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別の仕事の表現でも、同じ音の特徴を探す。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17722-02E9-4632-A01B-6E5AEFD9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06073503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57224-3257-4C51-BC03-57D05197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5AD4F-570F-4F8A-8F2E-771D4C6B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48E97-0BD5-42F5-A773-608E7F19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まだ聞き取りにくい方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01A8A-A6BF-4718-97E6-B79CAF3D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D0960-F70D-4B98-9967-FF56D078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短くなる場所と、つながる場所を小さく分ける。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C698C-6C32-49AE-983D-17588190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57708014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F9774-3100-4A02-925D-06C2C084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02DFB-7FB0-473F-B2EE-F1EA398B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98987-5413-40FB-88EB-75DA11D5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意味が分からなかった方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572E4-B8D6-44D8-A63D-861386F8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36A24-F484-4619-9E1B-3A7BA353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意味を押さえてから、音を確かめる。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316C3-D70F-4BCF-A373-E20AC5CF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59582283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05998-EF39-4AB6-9D54-7DFAA7A6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7042D-C260-4BF2-9A30-5CF56AF1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1CA46-B522-4B0C-BE45-93E70552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自分の声は、</a:t>
            </a:r>
          </a:p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一人では判断しにくい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DCCFB-1EC9-46C6-A507-BAA855A0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4367D-D7AD-4A53-B275-F719C5AC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できている点と、優先して直す点を知る。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880A6-81EE-4BB9-B005-6068EF7E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20946369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202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B9BE4-E0DE-4A92-95A5-2C53B250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20064-3369-4050-B5E6-289C330F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2E3D7-B386-49C1-8190-93FEAEE8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6299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21日間チャレンジコース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FDDFA-BD6E-4E83-A967-8F5980EB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9A3A9-D8A9-409E-AF0A-73FAEA9A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今日の10分を、仕事で使う英語へ。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8AFBC-6DB1-4886-9FC1-FCE02D29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79313780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89C7B-DC60-4D88-98BE-88C2FF6C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32191-0D95-46B8-A5FD-B030EDFD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A19D5-9B49-4892-BBB1-74AFF10A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最初の個別セッション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FC59D-4394-405E-A367-482076A4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A6623-7478-453D-A4D1-3E92315D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60分で、今の音と練習の優先順位を決める。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CF16B-0D8A-4366-8402-304BFE5D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52826533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C38D4-58E4-427A-9C5D-151F720B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16753-F046-4B4A-9010-0E50E832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48C66-D926-4CCF-95A6-3504F358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0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21日間の順序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16CD7-C414-4068-BC31-8231EE74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A68BB-2F77-4632-AE25-FF0BD484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1–4日目</a:t>
            </a:r>
          </a:p>
          <a:p xmlns:a="http://schemas.openxmlformats.org/drawingml/2006/main">
            <a: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リズム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B6FC7-BFA5-4FB8-B842-50AAAEED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60963-D51A-403E-A02F-AD2A7FA2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5–11日目</a:t>
            </a:r>
          </a:p>
          <a:p xmlns:a="http://schemas.openxmlformats.org/drawingml/2006/main">
            <a: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音の変化と発声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B57C6-B532-437C-BD0A-5FEFC577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30F9B-9D66-415F-8B35-A8362343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12–21日目</a:t>
            </a:r>
          </a:p>
          <a:p xmlns:a="http://schemas.openxmlformats.org/drawingml/2006/main">
            <a: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100例文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9D5EE-71EC-4F91-9501-CBBC97BC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57316830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27B5D-96AF-4EAC-9312-5E35C637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7E706-6DFB-4581-A491-D58CA12F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F617D-C5E3-49C8-893B-9E22ADF9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0620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7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7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7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7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7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7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7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7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7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7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7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学習アプリで、</a:t>
            </a:r>
          </a:p>
          <a:p xmlns:a="http://schemas.openxmlformats.org/drawingml/2006/main">
            <a:pPr algn="ctr">
              <a:defRPr sz="37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7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毎日の課題を見る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B4C19-EE73-41A3-8867-D3E3EB40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解説を見て、聞いて、声に出して確かめる。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0D165-CF65-4E1C-B98F-DC23205B7B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61bb7dfbe4efc"/>
          <a:stretch xmlns:a="http://schemas.openxmlformats.org/drawingml/2006/main"/>
        </p:blipFill>
        <p:spPr>
          <a:xfrm xmlns:a="http://schemas.openxmlformats.org/drawingml/2006/main">
            <a:off x="2671898" y="2619375"/>
            <a:ext cx="1628504" cy="35242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1EA6E-4E9A-49F6-852F-F9009E767E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f3d4845444891"/>
          <a:stretch xmlns:a="http://schemas.openxmlformats.org/drawingml/2006/main"/>
        </p:blipFill>
        <p:spPr>
          <a:xfrm xmlns:a="http://schemas.openxmlformats.org/drawingml/2006/main">
            <a:off x="5186498" y="2619375"/>
            <a:ext cx="1628504" cy="3524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97B47-DFE5-46D2-B04F-F2409E7040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401ca1ae244b1"/>
          <a:stretch xmlns:a="http://schemas.openxmlformats.org/drawingml/2006/main"/>
        </p:blipFill>
        <p:spPr>
          <a:xfrm xmlns:a="http://schemas.openxmlformats.org/drawingml/2006/main">
            <a:off x="7701098" y="2619375"/>
            <a:ext cx="1628504" cy="3524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DD5BC-6585-4806-B083-B60BCF52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41009493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9FB7E-5E9A-4FCD-9242-D958B7AF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44260-F90F-4100-83CF-FA950FF0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111E7-FF42-48D0-B770-A37B7BF6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仕事で使う英語へ広げる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247C2-3106-410F-AF9C-FB4276B3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25D6A-5577-43B7-A358-9A0A3CCC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会議や予定調整で使う表現にも取り組む。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EBE5F-4B25-418D-A210-5B02F1E8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87151237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9A480-CFD7-4011-993B-C4C78D4A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EFA62-7CE7-4828-B06A-DC6AF8CA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A2862-718F-4FD0-9166-CF73529F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提出音声を3回確認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94DC3-1F92-4A32-9AD9-AD6CF673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6DCAD-3C2A-4016-B064-5C06BC38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できている音を確認</a:t>
            </a:r>
          </a:p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今、直す一箇所を選ぶ</a:t>
            </a:r>
          </a:p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次の練習を具体的に伝える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AE382-BE3E-4A53-A6F9-A9C63094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91261787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F476D-8F0B-4FD8-B58E-B7E4E4BF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9C641-17F9-4FA6-81DE-E3F437C0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88D32-AC81-4B9E-A4E2-95BEDC5E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最後の個別セッション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9BB3B-4A7E-4648-999A-CD410738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78851-8BD2-4611-AC53-E5DB62DB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60分で変化と、その後の練習を整理する。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203D0-1BEA-46C7-8A03-CBC5D532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55735308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4E8C8-A40D-4BA0-95EC-FBE06971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78CE8-8027-4EAC-86E2-42456025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2D8A4-B33E-4478-B331-9FBCE160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0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講座に含まれる支援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04188-4105-4C02-A449-72304781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EA40B-CFD5-48CF-BCA8-5198EF49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個別60分×2回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43474-593C-4898-ACD3-D9FF23FA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66913-E62B-47E2-8D39-7D5BB3A1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音声添削3回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29AE6-C6C3-4AE4-AA40-442978B6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D8B10-E935-42F6-AE53-E924FB65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21日間の学習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95406-D0F8-4293-8C5E-4402F4FB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93762170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E94AA-F574-4E08-BB29-1315C8C0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5BDE8-CCFD-4FD1-8CC3-98ADC995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E2F7C-0649-4367-B5A5-BB256709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1052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この講座が向いている方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2477E-4CF7-41DA-9E0E-BF1E7A97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1968E-FDD6-4B8E-B496-CACB6403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429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仕事で英語を使い、学んできた英語を</a:t>
            </a:r>
          </a:p>
          <a:p xmlns:a="http://schemas.openxmlformats.org/drawingml/2006/main">
            <a:pPr algn="ctr">
              <a:def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実際の会話へつなげたい方。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E0530-FD7E-4F9A-81F6-C558D25B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72872255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1DF1E-95FE-4531-9858-9C5B7DDC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09332-CAC7-48BB-9E9F-B1364D05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5EE44-3B36-4186-B1A5-DE2D432D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診断未購入者向け｜講座のご案内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244F8-6388-4A59-90D5-EB6FB419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05000"/>
            <a:ext cx="457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04AAE-EA31-4732-B25A-261A584B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39,800円（税込）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93314-1EE3-49E8-A4EF-47529381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95800"/>
            <a:ext cx="962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視聴後のお申し込みは49,800円（税込）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E53E9-B2AE-40B6-9628-12641514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92948579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D0A9D-2298-4618-A533-735A0635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9E942-78FC-47A7-BE73-7EE4DA5A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E63D5-B5BC-48BB-A23D-9B56AF9D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診断購入者向け｜差額のご案内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BB564-D208-414E-90C3-5CED443C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05000"/>
            <a:ext cx="457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3AA6E-EA35-4CA1-8BD2-E6F21452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57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追加33,820円（税込）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A20FA-AD83-424B-9DAE-5CE1BB6F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95800"/>
            <a:ext cx="962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診断料5,980円を充当。お支払い合計39,800円。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5CA0B-7EFD-4566-B858-D6AF3F4D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209200672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16F61-EA4E-4F27-A3C6-F455019B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7144D-A42E-4C2D-AB4F-C40AC450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05149-4BCF-4D43-8115-B2C3F953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10分の体験を、</a:t>
            </a:r>
          </a:p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21日間の練習へ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BF4CB-B924-437D-8E55-A1E55D04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A60D0-35A8-4F91-93B0-407663C5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一つのフレーズで気づいた音を、別の文でも使えるように。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08D3D-7E13-43B0-BA0E-2B1EBF78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05864278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3EB98-E1F7-4957-B985-1DC904A2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93D23-421E-424E-B840-44B2C640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87491-ECCC-4244-82E5-7181C253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ご自身で続けるか、</a:t>
            </a:r>
          </a:p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一緒に直すか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DB53C-A0D5-4B40-A296-7C79D849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D23A9-30C0-4E70-9663-A48B34CA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今日の音の気づきを、次の練習へ。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6F565-F9A2-4963-B324-F8E23BFD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51130898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202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D9588-6044-48FC-B61B-306E5264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D189F-1DFB-40B0-A180-664AA43C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87AA1-66FB-4C45-89EC-117037E1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6299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申込欄は、この動画の下です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E0B6A-F051-40D7-9FE7-724032A2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C05A1-9672-4129-8557-D5018B41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内容とお支払い額をご確認ください。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249400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2026-10-25T00:03:32.4330000Z</dcterms:created>
  <dcterms:modified xsi:type="dcterms:W3CDTF">2026-10-25T00:03:32.4330000Z</dcterms:modified>
</coreProperties>
</file>